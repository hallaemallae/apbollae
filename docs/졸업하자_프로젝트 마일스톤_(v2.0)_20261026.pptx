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072">
          <p15:clr>
            <a:srgbClr val="A4A3A4"/>
          </p15:clr>
        </p15:guide>
        <p15:guide id="2" orient="horz" pos="259">
          <p15:clr>
            <a:srgbClr val="A4A3A4"/>
          </p15:clr>
        </p15:guide>
        <p15:guide id="3" orient="horz" pos="1620">
          <p15:clr>
            <a:srgbClr val="A4A3A4"/>
          </p15:clr>
        </p15:guide>
        <p15:guide id="4" pos="5603">
          <p15:clr>
            <a:srgbClr val="A4A3A4"/>
          </p15:clr>
        </p15:guide>
        <p15:guide id="5" pos="159">
          <p15:clr>
            <a:srgbClr val="A4A3A4"/>
          </p15:clr>
        </p15:guide>
        <p15:guide id="6" orient="horz" pos="486">
          <p15:clr>
            <a:srgbClr val="A4A3A4"/>
          </p15:clr>
        </p15:guide>
      </p15:sldGuideLst>
    </p:ext>
    <p:ext uri="GoogleSlidesCustomDataVersion2">
      <go:slidesCustomData xmlns:go="http://customooxmlschemas.google.com/" r:id="rId9" roundtripDataSignature="AMtx7mihUU07AI8ae+7f/cZXtbzCnvngx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6A8077F-D876-4FD2-8D97-C0EC8139406F}">
  <a:tblStyle styleId="{66A8077F-D876-4FD2-8D97-C0EC8139406F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072" orient="horz"/>
        <p:guide pos="259" orient="horz"/>
        <p:guide pos="1620" orient="horz"/>
        <p:guide pos="5603"/>
        <p:guide pos="159"/>
        <p:guide pos="486" orient="horz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112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112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112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112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112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112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112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112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112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112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112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112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112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112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112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112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8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8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8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8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8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8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8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8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8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112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112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112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112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112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112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112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112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ko-KR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본문_1">
  <p:cSld name="7_본문_1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/>
          <p:nvPr/>
        </p:nvSpPr>
        <p:spPr>
          <a:xfrm>
            <a:off x="4328304" y="4876015"/>
            <a:ext cx="487392" cy="20929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00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- </a:t>
            </a:r>
            <a:fld id="{00000000-1234-1234-1234-123412341234}" type="slidenum">
              <a:rPr b="0" i="0" lang="ko-KR" sz="100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r>
              <a:rPr b="0" i="0" lang="ko-KR" sz="100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 -</a:t>
            </a:r>
            <a:endParaRPr/>
          </a:p>
        </p:txBody>
      </p:sp>
      <p:pic>
        <p:nvPicPr>
          <p:cNvPr descr="폰트, 그래픽, 로고, 그래픽 디자인이(가) 표시된 사진&#10;&#10;자동 생성된 설명" id="16" name="Google Shape;16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" y="4876009"/>
            <a:ext cx="648060" cy="257576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4"/>
          <p:cNvSpPr/>
          <p:nvPr/>
        </p:nvSpPr>
        <p:spPr>
          <a:xfrm>
            <a:off x="0" y="8"/>
            <a:ext cx="9144000" cy="411163"/>
          </a:xfrm>
          <a:prstGeom prst="rect">
            <a:avLst/>
          </a:prstGeom>
          <a:solidFill>
            <a:srgbClr val="032F6F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  <p15:guide id="3" orient="horz" pos="259">
          <p15:clr>
            <a:srgbClr val="FBAE40"/>
          </p15:clr>
        </p15:guide>
        <p15:guide id="4" orient="horz" pos="3049">
          <p15:clr>
            <a:srgbClr val="FBAE40"/>
          </p15:clr>
        </p15:guide>
        <p15:guide id="5" pos="159">
          <p15:clr>
            <a:srgbClr val="FBAE40"/>
          </p15:clr>
        </p15:guide>
        <p15:guide id="6" pos="5603">
          <p15:clr>
            <a:srgbClr val="FBAE40"/>
          </p15:clr>
        </p15:guide>
        <p15:guide id="7" orient="horz" pos="486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본문_2">
  <p:cSld name="1_본문_2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/>
          <p:nvPr/>
        </p:nvSpPr>
        <p:spPr>
          <a:xfrm>
            <a:off x="4328304" y="4876015"/>
            <a:ext cx="487392" cy="20929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00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- </a:t>
            </a:r>
            <a:fld id="{00000000-1234-1234-1234-123412341234}" type="slidenum">
              <a:rPr b="0" i="0" lang="ko-KR" sz="100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r>
              <a:rPr b="0" i="0" lang="ko-KR" sz="100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 -</a:t>
            </a:r>
            <a:endParaRPr/>
          </a:p>
        </p:txBody>
      </p:sp>
      <p:pic>
        <p:nvPicPr>
          <p:cNvPr descr="폰트, 그래픽, 로고, 그래픽 디자인이(가) 표시된 사진&#10;&#10;자동 생성된 설명" id="20" name="Google Shape;20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" y="4876009"/>
            <a:ext cx="648060" cy="2575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/>
          <p:nvPr/>
        </p:nvSpPr>
        <p:spPr>
          <a:xfrm>
            <a:off x="4353139" y="4926837"/>
            <a:ext cx="437735" cy="10177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ko-KR" sz="10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000" u="none" cap="none" strike="noStrike">
              <a:solidFill>
                <a:srgbClr val="3F3F3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11" name="Google Shape;11;p3"/>
          <p:cNvGrpSpPr/>
          <p:nvPr/>
        </p:nvGrpSpPr>
        <p:grpSpPr>
          <a:xfrm>
            <a:off x="4347213" y="4863425"/>
            <a:ext cx="449580" cy="228608"/>
            <a:chOff x="4742021" y="6517480"/>
            <a:chExt cx="449580" cy="261948"/>
          </a:xfrm>
        </p:grpSpPr>
        <p:pic>
          <p:nvPicPr>
            <p:cNvPr descr="거버닝.png" id="12" name="Google Shape;12;p3"/>
            <p:cNvPicPr preferRelativeResize="0"/>
            <p:nvPr/>
          </p:nvPicPr>
          <p:blipFill rotWithShape="1">
            <a:blip r:embed="rId1">
              <a:alphaModFix/>
            </a:blip>
            <a:srcRect b="0" l="0" r="0" t="76605"/>
            <a:stretch/>
          </p:blipFill>
          <p:spPr>
            <a:xfrm rot="-5400000">
              <a:off x="5037767" y="6625594"/>
              <a:ext cx="261948" cy="457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거버닝.png" id="13" name="Google Shape;13;p3"/>
            <p:cNvPicPr preferRelativeResize="0"/>
            <p:nvPr/>
          </p:nvPicPr>
          <p:blipFill rotWithShape="1">
            <a:blip r:embed="rId1">
              <a:alphaModFix/>
            </a:blip>
            <a:srcRect b="0" l="0" r="0" t="76605"/>
            <a:stretch/>
          </p:blipFill>
          <p:spPr>
            <a:xfrm flipH="1" rot="5400000">
              <a:off x="4633907" y="6625594"/>
              <a:ext cx="261948" cy="4572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" name="Google Shape;25;p1"/>
          <p:cNvGraphicFramePr/>
          <p:nvPr/>
        </p:nvGraphicFramePr>
        <p:xfrm>
          <a:off x="240971" y="62753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{66A8077F-D876-4FD2-8D97-C0EC8139406F}</a:tableStyleId>
              </a:tblPr>
              <a:tblGrid>
                <a:gridCol w="835000"/>
                <a:gridCol w="492375"/>
                <a:gridCol w="492375"/>
                <a:gridCol w="492375"/>
                <a:gridCol w="492375"/>
                <a:gridCol w="492375"/>
                <a:gridCol w="492375"/>
                <a:gridCol w="492375"/>
                <a:gridCol w="492375"/>
                <a:gridCol w="492375"/>
                <a:gridCol w="492375"/>
                <a:gridCol w="492375"/>
                <a:gridCol w="492375"/>
                <a:gridCol w="492375"/>
                <a:gridCol w="492375"/>
                <a:gridCol w="492375"/>
                <a:gridCol w="492375"/>
              </a:tblGrid>
              <a:tr h="231625"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b="1" lang="ko-KR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구분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gridSpan="5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b="1" lang="ko-KR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9월</a:t>
                      </a:r>
                      <a:endParaRPr b="1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hMerge="1"/>
                <a:tc hMerge="1"/>
                <a:tc hMerge="1"/>
                <a:tc hMerge="1"/>
                <a:tc grid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b="1" lang="ko-KR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10월</a:t>
                      </a:r>
                      <a:endParaRPr b="1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hMerge="1"/>
                <a:tc hMerge="1"/>
                <a:tc hMerge="1"/>
                <a:tc grid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b="1" lang="ko-KR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11월</a:t>
                      </a:r>
                      <a:endParaRPr b="1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hMerge="1"/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b="1" lang="ko-KR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12월</a:t>
                      </a:r>
                      <a:endParaRPr b="1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hMerge="1"/>
                <a:tc hMerge="1"/>
              </a:tr>
              <a:tr h="23162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b="1" lang="ko-KR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1W</a:t>
                      </a:r>
                      <a:endParaRPr b="1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b="1" lang="ko-KR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2W</a:t>
                      </a:r>
                      <a:endParaRPr b="1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b="1" lang="ko-KR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3W</a:t>
                      </a:r>
                      <a:endParaRPr b="1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b="1" lang="ko-KR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4W</a:t>
                      </a:r>
                      <a:endParaRPr b="1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b="1" lang="ko-KR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5W</a:t>
                      </a:r>
                      <a:endParaRPr b="1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b="1" lang="ko-KR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6W</a:t>
                      </a:r>
                      <a:endParaRPr b="1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b="1" lang="ko-KR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7W</a:t>
                      </a:r>
                      <a:endParaRPr b="1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b="1" lang="ko-KR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8W</a:t>
                      </a:r>
                      <a:endParaRPr b="1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b="1" lang="ko-KR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9W</a:t>
                      </a:r>
                      <a:endParaRPr b="1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b="1" lang="ko-KR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10W</a:t>
                      </a:r>
                      <a:endParaRPr b="1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b="1" lang="ko-KR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11W</a:t>
                      </a:r>
                      <a:endParaRPr b="1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b="1" lang="ko-KR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12W</a:t>
                      </a:r>
                      <a:endParaRPr b="1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b="1" lang="ko-KR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13W</a:t>
                      </a:r>
                      <a:endParaRPr b="1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b="1" lang="ko-KR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14W</a:t>
                      </a:r>
                      <a:endParaRPr b="1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b="1" lang="ko-KR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15W</a:t>
                      </a:r>
                      <a:endParaRPr b="1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b="1" lang="ko-KR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보강</a:t>
                      </a:r>
                      <a:endParaRPr b="1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  <a:tr h="583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b="1" lang="ko-KR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마일스톤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65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b="1" lang="ko-KR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성과목표</a:t>
                      </a:r>
                      <a:endParaRPr b="1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b="1" lang="ko-KR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및 Epic</a:t>
                      </a:r>
                      <a:endParaRPr b="1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612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b="1" lang="ko-KR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공통 및 아키텍터</a:t>
                      </a:r>
                      <a:endParaRPr b="1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68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b="1" lang="ko-KR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UI/UX</a:t>
                      </a:r>
                      <a:endParaRPr b="1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03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b="1" lang="ko-KR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F/E</a:t>
                      </a:r>
                      <a:endParaRPr b="1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08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b="1" lang="ko-KR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B/E</a:t>
                      </a:r>
                      <a:endParaRPr b="1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2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b="1" lang="ko-KR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IF(API)</a:t>
                      </a:r>
                      <a:endParaRPr b="1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1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b="1" lang="ko-KR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기타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26" name="Google Shape;26;p1"/>
          <p:cNvSpPr txBox="1"/>
          <p:nvPr/>
        </p:nvSpPr>
        <p:spPr>
          <a:xfrm>
            <a:off x="251520" y="88983"/>
            <a:ext cx="4320480" cy="252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4058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Malgun Gothic"/>
              <a:buNone/>
            </a:pPr>
            <a:r>
              <a:rPr b="1" i="0" lang="ko-KR" sz="17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앞볼래 프로젝트 마일스톤</a:t>
            </a:r>
            <a:endParaRPr/>
          </a:p>
        </p:txBody>
      </p:sp>
      <p:sp>
        <p:nvSpPr>
          <p:cNvPr id="27" name="Google Shape;27;p1"/>
          <p:cNvSpPr txBox="1"/>
          <p:nvPr/>
        </p:nvSpPr>
        <p:spPr>
          <a:xfrm>
            <a:off x="6336198" y="51472"/>
            <a:ext cx="2556284" cy="2887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55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주차 별 진행 방향</a:t>
            </a:r>
            <a:endParaRPr b="0" i="0" sz="17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2417707" y="2374199"/>
            <a:ext cx="235483" cy="432047"/>
          </a:xfrm>
          <a:prstGeom prst="homePlate">
            <a:avLst>
              <a:gd fmla="val 19785" name="adj"/>
            </a:avLst>
          </a:prstGeom>
          <a:solidFill>
            <a:srgbClr val="F2F2F2"/>
          </a:solidFill>
          <a:ln cap="flat" cmpd="sng" w="9525">
            <a:solidFill>
              <a:srgbClr val="BFBFB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640"/>
              <a:buFont typeface="Malgun Gothic"/>
              <a:buNone/>
            </a:pPr>
            <a:r>
              <a:rPr b="1" i="0" lang="ko-KR" sz="80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착</a:t>
            </a:r>
            <a:endParaRPr b="1" i="0" sz="800" u="none" cap="none" strike="noStrike">
              <a:solidFill>
                <a:srgbClr val="262626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640"/>
              <a:buFont typeface="Malgun Gothic"/>
              <a:buNone/>
            </a:pPr>
            <a:r>
              <a:rPr b="1" i="0" lang="ko-KR" sz="80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수</a:t>
            </a:r>
            <a:endParaRPr/>
          </a:p>
        </p:txBody>
      </p:sp>
      <p:sp>
        <p:nvSpPr>
          <p:cNvPr id="29" name="Google Shape;29;p1"/>
          <p:cNvSpPr/>
          <p:nvPr/>
        </p:nvSpPr>
        <p:spPr>
          <a:xfrm>
            <a:off x="2051142" y="2374199"/>
            <a:ext cx="397470" cy="2016224"/>
          </a:xfrm>
          <a:prstGeom prst="homePlate">
            <a:avLst>
              <a:gd fmla="val 19785" name="adj"/>
            </a:avLst>
          </a:prstGeom>
          <a:solidFill>
            <a:srgbClr val="F2F2F2"/>
          </a:solidFill>
          <a:ln cap="flat" cmpd="sng" w="9525">
            <a:solidFill>
              <a:srgbClr val="BFBFB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640"/>
              <a:buFont typeface="Malgun Gothic"/>
              <a:buNone/>
            </a:pPr>
            <a:r>
              <a:rPr b="1" i="0" lang="ko-KR" sz="80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요</a:t>
            </a:r>
            <a:endParaRPr b="1" i="0" sz="800" u="none" cap="none" strike="noStrike">
              <a:solidFill>
                <a:srgbClr val="262626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640"/>
              <a:buFont typeface="Malgun Gothic"/>
              <a:buNone/>
            </a:pPr>
            <a:r>
              <a:rPr b="1" i="0" lang="ko-KR" sz="80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구</a:t>
            </a:r>
            <a:endParaRPr b="1" i="0" sz="800" u="none" cap="none" strike="noStrike">
              <a:solidFill>
                <a:srgbClr val="262626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640"/>
              <a:buFont typeface="Malgun Gothic"/>
              <a:buNone/>
            </a:pPr>
            <a:r>
              <a:rPr b="1" i="0" lang="ko-KR" sz="80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</a:t>
            </a:r>
            <a:endParaRPr b="1" i="0" sz="800" u="none" cap="none" strike="noStrike">
              <a:solidFill>
                <a:srgbClr val="262626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640"/>
              <a:buFont typeface="Malgun Gothic"/>
              <a:buNone/>
            </a:pPr>
            <a:r>
              <a:rPr b="1" i="0" lang="ko-KR" sz="80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의</a:t>
            </a:r>
            <a:endParaRPr/>
          </a:p>
        </p:txBody>
      </p:sp>
      <p:sp>
        <p:nvSpPr>
          <p:cNvPr id="30" name="Google Shape;30;p1"/>
          <p:cNvSpPr/>
          <p:nvPr/>
        </p:nvSpPr>
        <p:spPr>
          <a:xfrm>
            <a:off x="6486685" y="2319722"/>
            <a:ext cx="1001639" cy="430263"/>
          </a:xfrm>
          <a:prstGeom prst="homePlate">
            <a:avLst>
              <a:gd fmla="val 19785" name="adj"/>
            </a:avLst>
          </a:prstGeom>
          <a:solidFill>
            <a:srgbClr val="F2F2F2"/>
          </a:solidFill>
          <a:ln cap="flat" cmpd="sng" w="9525">
            <a:solidFill>
              <a:srgbClr val="BFBFB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640"/>
              <a:buFont typeface="Malgun Gothic"/>
              <a:buNone/>
            </a:pPr>
            <a:r>
              <a:rPr b="0" i="0" lang="ko-KR" sz="80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실제 주행 검증</a:t>
            </a:r>
            <a:endParaRPr/>
          </a:p>
        </p:txBody>
      </p:sp>
      <p:sp>
        <p:nvSpPr>
          <p:cNvPr id="31" name="Google Shape;31;p1"/>
          <p:cNvSpPr/>
          <p:nvPr/>
        </p:nvSpPr>
        <p:spPr>
          <a:xfrm>
            <a:off x="7475382" y="2175707"/>
            <a:ext cx="936104" cy="2222020"/>
          </a:xfrm>
          <a:prstGeom prst="homePlate">
            <a:avLst>
              <a:gd fmla="val 19785" name="adj"/>
            </a:avLst>
          </a:prstGeom>
          <a:solidFill>
            <a:srgbClr val="F2F2F2"/>
          </a:solidFill>
          <a:ln cap="flat" cmpd="sng" w="9525">
            <a:solidFill>
              <a:srgbClr val="BFBFB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640"/>
              <a:buFont typeface="Malgun Gothic"/>
              <a:buNone/>
            </a:pPr>
            <a:r>
              <a:rPr b="1" i="0" lang="ko-KR" sz="80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다듬기 · 보완</a:t>
            </a:r>
            <a:endParaRPr/>
          </a:p>
        </p:txBody>
      </p:sp>
      <p:sp>
        <p:nvSpPr>
          <p:cNvPr id="32" name="Google Shape;32;p1"/>
          <p:cNvSpPr txBox="1"/>
          <p:nvPr/>
        </p:nvSpPr>
        <p:spPr>
          <a:xfrm>
            <a:off x="251520" y="4701503"/>
            <a:ext cx="5490030" cy="138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720"/>
              <a:buFont typeface="Arial"/>
              <a:buNone/>
            </a:pPr>
            <a:r>
              <a:rPr b="1" i="0" lang="ko-KR" sz="90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* 프로젝트 수행 일정 및 학교 내부 현황에 따라 일정은 조정 함.</a:t>
            </a:r>
            <a:endParaRPr b="1" i="0" sz="900" u="none" cap="none" strike="noStrike">
              <a:solidFill>
                <a:srgbClr val="262626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3" name="Google Shape;33;p1"/>
          <p:cNvSpPr txBox="1"/>
          <p:nvPr/>
        </p:nvSpPr>
        <p:spPr>
          <a:xfrm>
            <a:off x="7020272" y="469342"/>
            <a:ext cx="1872208" cy="138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720"/>
              <a:buFont typeface="Arial"/>
              <a:buNone/>
            </a:pPr>
            <a:r>
              <a:rPr b="0" i="1" lang="ko-KR" sz="90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작성일: 2026-10-26 (v2.0)</a:t>
            </a:r>
            <a:endParaRPr b="0" i="1" sz="900" u="none" cap="none" strike="noStrike">
              <a:solidFill>
                <a:srgbClr val="262626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descr="강-5단" id="34" name="Google Shape;34;p1"/>
          <p:cNvSpPr/>
          <p:nvPr/>
        </p:nvSpPr>
        <p:spPr>
          <a:xfrm>
            <a:off x="2540203" y="1131814"/>
            <a:ext cx="959166" cy="156622"/>
          </a:xfrm>
          <a:prstGeom prst="rect">
            <a:avLst/>
          </a:prstGeom>
          <a:solidFill>
            <a:srgbClr val="85A0CC"/>
          </a:solidFill>
          <a:ln cap="flat" cmpd="sng" w="9525">
            <a:solidFill>
              <a:srgbClr val="0C41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1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00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Sprint #1</a:t>
            </a:r>
            <a:endParaRPr b="1" i="0" sz="1000" u="none" cap="none" strike="noStrike">
              <a:solidFill>
                <a:srgbClr val="262626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descr="강-5단" id="35" name="Google Shape;35;p1"/>
          <p:cNvSpPr/>
          <p:nvPr/>
        </p:nvSpPr>
        <p:spPr>
          <a:xfrm>
            <a:off x="3546957" y="1132860"/>
            <a:ext cx="960120" cy="156622"/>
          </a:xfrm>
          <a:prstGeom prst="rect">
            <a:avLst/>
          </a:prstGeom>
          <a:solidFill>
            <a:srgbClr val="85A0CC"/>
          </a:solidFill>
          <a:ln cap="flat" cmpd="sng" w="9525">
            <a:solidFill>
              <a:srgbClr val="0C41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1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00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Sprint #2</a:t>
            </a:r>
            <a:endParaRPr b="1" i="0" sz="1000" u="none" cap="none" strike="noStrike">
              <a:solidFill>
                <a:srgbClr val="262626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descr="강-5단" id="36" name="Google Shape;36;p1"/>
          <p:cNvSpPr/>
          <p:nvPr/>
        </p:nvSpPr>
        <p:spPr>
          <a:xfrm>
            <a:off x="4513538" y="1131814"/>
            <a:ext cx="1008000" cy="156622"/>
          </a:xfrm>
          <a:prstGeom prst="rect">
            <a:avLst/>
          </a:prstGeom>
          <a:solidFill>
            <a:srgbClr val="85A0CC"/>
          </a:solidFill>
          <a:ln cap="flat" cmpd="sng" w="9525">
            <a:solidFill>
              <a:srgbClr val="0C41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1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00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Sprint #3</a:t>
            </a:r>
            <a:endParaRPr b="1" i="0" sz="1000" u="none" cap="none" strike="noStrike">
              <a:solidFill>
                <a:srgbClr val="262626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descr="강-5단" id="37" name="Google Shape;37;p1"/>
          <p:cNvSpPr/>
          <p:nvPr/>
        </p:nvSpPr>
        <p:spPr>
          <a:xfrm>
            <a:off x="5544108" y="1131590"/>
            <a:ext cx="959166" cy="156622"/>
          </a:xfrm>
          <a:prstGeom prst="rect">
            <a:avLst/>
          </a:prstGeom>
          <a:solidFill>
            <a:srgbClr val="85A0CC"/>
          </a:solidFill>
          <a:ln cap="flat" cmpd="sng" w="9525">
            <a:solidFill>
              <a:srgbClr val="0C41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1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00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Sprint #4</a:t>
            </a:r>
            <a:endParaRPr b="1" i="0" sz="1000" u="none" cap="none" strike="noStrike">
              <a:solidFill>
                <a:srgbClr val="262626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descr="강-5단" id="38" name="Google Shape;38;p1"/>
          <p:cNvSpPr/>
          <p:nvPr/>
        </p:nvSpPr>
        <p:spPr>
          <a:xfrm>
            <a:off x="6516216" y="1131590"/>
            <a:ext cx="959166" cy="156622"/>
          </a:xfrm>
          <a:prstGeom prst="rect">
            <a:avLst/>
          </a:prstGeom>
          <a:solidFill>
            <a:srgbClr val="85A0CC"/>
          </a:solidFill>
          <a:ln cap="flat" cmpd="sng" w="9525">
            <a:solidFill>
              <a:srgbClr val="0C41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1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00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Sprint #5</a:t>
            </a:r>
            <a:endParaRPr b="1" i="0" sz="1000" u="none" cap="none" strike="noStrike">
              <a:solidFill>
                <a:srgbClr val="262626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descr="강-3단" id="39" name="Google Shape;39;p1"/>
          <p:cNvSpPr/>
          <p:nvPr/>
        </p:nvSpPr>
        <p:spPr>
          <a:xfrm>
            <a:off x="3546957" y="1676731"/>
            <a:ext cx="960120" cy="432048"/>
          </a:xfrm>
          <a:prstGeom prst="rect">
            <a:avLst/>
          </a:prstGeom>
          <a:solidFill>
            <a:srgbClr val="E0E7F2"/>
          </a:solidFill>
          <a:ln cap="flat" cmpd="sng" w="9525">
            <a:solidFill>
              <a:srgbClr val="0C41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36000" spcFirstLastPara="1" rIns="36000" wrap="square" tIns="36000">
            <a:noAutofit/>
          </a:bodyPr>
          <a:lstStyle/>
          <a:p>
            <a:pPr indent="-87313" lvl="1" marL="87313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"/>
              <a:buFont typeface="Arial"/>
              <a:buChar char="•"/>
            </a:pPr>
            <a:r>
              <a:rPr b="0" i="0" lang="ko-KR" sz="80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맵매칭·목적지 경로·UTIC·탭 4개 (완료)</a:t>
            </a:r>
            <a:endParaRPr/>
          </a:p>
        </p:txBody>
      </p:sp>
      <p:sp>
        <p:nvSpPr>
          <p:cNvPr descr="강-3단" id="40" name="Google Shape;40;p1"/>
          <p:cNvSpPr/>
          <p:nvPr/>
        </p:nvSpPr>
        <p:spPr>
          <a:xfrm>
            <a:off x="4538136" y="1678423"/>
            <a:ext cx="959166" cy="432048"/>
          </a:xfrm>
          <a:prstGeom prst="rect">
            <a:avLst/>
          </a:prstGeom>
          <a:solidFill>
            <a:srgbClr val="E0E7F2"/>
          </a:solidFill>
          <a:ln cap="flat" cmpd="sng" w="9525">
            <a:solidFill>
              <a:srgbClr val="0C41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36000" spcFirstLastPara="1" rIns="36000" wrap="square" tIns="36000">
            <a:noAutofit/>
          </a:bodyPr>
          <a:lstStyle/>
          <a:p>
            <a:pPr indent="-87313" lvl="1" marL="87313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"/>
              <a:buFont typeface="Arial"/>
              <a:buChar char="•"/>
            </a:pPr>
            <a:r>
              <a:rPr b="0" i="0" lang="ko-KR" sz="80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중간발표(10/21), 국내 서버 이전·AI 착수</a:t>
            </a:r>
            <a:endParaRPr/>
          </a:p>
        </p:txBody>
      </p:sp>
      <p:sp>
        <p:nvSpPr>
          <p:cNvPr descr="강-3단" id="41" name="Google Shape;41;p1"/>
          <p:cNvSpPr/>
          <p:nvPr/>
        </p:nvSpPr>
        <p:spPr>
          <a:xfrm>
            <a:off x="5521651" y="1687335"/>
            <a:ext cx="959166" cy="432048"/>
          </a:xfrm>
          <a:prstGeom prst="rect">
            <a:avLst/>
          </a:prstGeom>
          <a:solidFill>
            <a:srgbClr val="E0E7F2"/>
          </a:solidFill>
          <a:ln cap="flat" cmpd="sng" w="9525">
            <a:solidFill>
              <a:srgbClr val="0C41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36000" spcFirstLastPara="1" rIns="36000" wrap="square" tIns="36000">
            <a:noAutofit/>
          </a:bodyPr>
          <a:lstStyle/>
          <a:p>
            <a:pPr indent="-87313" lvl="1" marL="87313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"/>
              <a:buFont typeface="Arial"/>
              <a:buChar char="•"/>
            </a:pPr>
            <a:r>
              <a:rPr b="0" i="0" lang="ko-KR" sz="80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AI 차 검출 · 안드로이드 앱 완성(11W)</a:t>
            </a:r>
            <a:endParaRPr/>
          </a:p>
        </p:txBody>
      </p:sp>
      <p:sp>
        <p:nvSpPr>
          <p:cNvPr descr="강-3단" id="42" name="Google Shape;42;p1"/>
          <p:cNvSpPr/>
          <p:nvPr/>
        </p:nvSpPr>
        <p:spPr>
          <a:xfrm>
            <a:off x="6502671" y="1689706"/>
            <a:ext cx="972712" cy="432048"/>
          </a:xfrm>
          <a:prstGeom prst="rect">
            <a:avLst/>
          </a:prstGeom>
          <a:solidFill>
            <a:srgbClr val="E0E7F2"/>
          </a:solidFill>
          <a:ln cap="flat" cmpd="sng" w="9525">
            <a:solidFill>
              <a:srgbClr val="0C41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36000" spcFirstLastPara="1" rIns="36000" wrap="square" tIns="36000">
            <a:noAutofit/>
          </a:bodyPr>
          <a:lstStyle/>
          <a:p>
            <a:pPr indent="-87313" lvl="1" marL="87313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"/>
              <a:buFont typeface="Arial"/>
              <a:buChar char="•"/>
            </a:pPr>
            <a:r>
              <a:rPr b="0" i="0" lang="ko-KR" sz="80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실제 주행 20곳 90% · 사용성 10명</a:t>
            </a:r>
            <a:endParaRPr/>
          </a:p>
        </p:txBody>
      </p:sp>
      <p:sp>
        <p:nvSpPr>
          <p:cNvPr descr="강-3단" id="43" name="Google Shape;43;p1"/>
          <p:cNvSpPr/>
          <p:nvPr/>
        </p:nvSpPr>
        <p:spPr>
          <a:xfrm>
            <a:off x="2562148" y="1671650"/>
            <a:ext cx="959166" cy="432048"/>
          </a:xfrm>
          <a:prstGeom prst="rect">
            <a:avLst/>
          </a:prstGeom>
          <a:solidFill>
            <a:srgbClr val="E0E7F2"/>
          </a:solidFill>
          <a:ln cap="flat" cmpd="sng" w="9525">
            <a:solidFill>
              <a:srgbClr val="0C41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36000" spcFirstLastPara="1" rIns="36000" wrap="square" tIns="36000">
            <a:noAutofit/>
          </a:bodyPr>
          <a:lstStyle/>
          <a:p>
            <a:pPr indent="-87313" lvl="1" marL="87313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"/>
              <a:buFont typeface="Arial"/>
              <a:buChar char="•"/>
            </a:pPr>
            <a:r>
              <a:rPr b="0" i="0" lang="ko-KR" sz="80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요구사항·설계 + 실제 CCTV 재생·돌발 (완료)</a:t>
            </a:r>
            <a:endParaRPr/>
          </a:p>
        </p:txBody>
      </p:sp>
      <p:sp>
        <p:nvSpPr>
          <p:cNvPr id="44" name="Google Shape;44;p1"/>
          <p:cNvSpPr txBox="1"/>
          <p:nvPr/>
        </p:nvSpPr>
        <p:spPr>
          <a:xfrm>
            <a:off x="7674908" y="1497147"/>
            <a:ext cx="1080121" cy="138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720"/>
              <a:buFont typeface="Malgun Gothic"/>
              <a:buNone/>
            </a:pPr>
            <a:r>
              <a:rPr b="1" i="0" lang="ko-KR" sz="900" u="none" cap="none" strike="noStrike">
                <a:solidFill>
                  <a:srgbClr val="C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최종 발표·종료</a:t>
            </a:r>
            <a:endParaRPr/>
          </a:p>
        </p:txBody>
      </p:sp>
      <p:sp>
        <p:nvSpPr>
          <p:cNvPr id="45" name="Google Shape;45;p1"/>
          <p:cNvSpPr/>
          <p:nvPr/>
        </p:nvSpPr>
        <p:spPr>
          <a:xfrm rot="2700000">
            <a:off x="8187751" y="1356202"/>
            <a:ext cx="54436" cy="72782"/>
          </a:xfrm>
          <a:prstGeom prst="rect">
            <a:avLst/>
          </a:prstGeom>
          <a:solidFill>
            <a:srgbClr val="C00000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tl" dir="2460000" dist="127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0"/>
              <a:buFont typeface="Malgun Gothic"/>
              <a:buNone/>
            </a:pPr>
            <a:r>
              <a:t/>
            </a:r>
            <a:endParaRPr b="0" i="0" sz="127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1"/>
          <p:cNvSpPr txBox="1"/>
          <p:nvPr/>
        </p:nvSpPr>
        <p:spPr>
          <a:xfrm>
            <a:off x="971600" y="1497147"/>
            <a:ext cx="904750" cy="138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720"/>
              <a:buFont typeface="Malgun Gothic"/>
              <a:buNone/>
            </a:pPr>
            <a:r>
              <a:rPr b="1" i="0" lang="ko-KR" sz="900" u="none" cap="none" strike="noStrike">
                <a:solidFill>
                  <a:srgbClr val="C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오리엔테이션</a:t>
            </a:r>
            <a:endParaRPr/>
          </a:p>
        </p:txBody>
      </p:sp>
      <p:sp>
        <p:nvSpPr>
          <p:cNvPr id="47" name="Google Shape;47;p1"/>
          <p:cNvSpPr/>
          <p:nvPr/>
        </p:nvSpPr>
        <p:spPr>
          <a:xfrm rot="2700000">
            <a:off x="1280455" y="1356895"/>
            <a:ext cx="72000" cy="72782"/>
          </a:xfrm>
          <a:prstGeom prst="rect">
            <a:avLst/>
          </a:prstGeom>
          <a:solidFill>
            <a:srgbClr val="C00000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tl" dir="2460000" dist="127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0"/>
              <a:buFont typeface="Malgun Gothic"/>
              <a:buNone/>
            </a:pPr>
            <a:r>
              <a:t/>
            </a:r>
            <a:endParaRPr b="0" i="0" sz="127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강-5단" id="48" name="Google Shape;48;p1"/>
          <p:cNvSpPr/>
          <p:nvPr/>
        </p:nvSpPr>
        <p:spPr>
          <a:xfrm>
            <a:off x="7497236" y="1134224"/>
            <a:ext cx="959166" cy="156622"/>
          </a:xfrm>
          <a:prstGeom prst="rect">
            <a:avLst/>
          </a:prstGeom>
          <a:solidFill>
            <a:srgbClr val="85A0CC"/>
          </a:solidFill>
          <a:ln cap="flat" cmpd="sng" w="9525">
            <a:solidFill>
              <a:srgbClr val="0C41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1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Retrospective</a:t>
            </a:r>
            <a:endParaRPr b="1" i="0" sz="1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descr="강-5단" id="49" name="Google Shape;49;p1"/>
          <p:cNvSpPr/>
          <p:nvPr/>
        </p:nvSpPr>
        <p:spPr>
          <a:xfrm>
            <a:off x="2065629" y="1138363"/>
            <a:ext cx="482803" cy="156622"/>
          </a:xfrm>
          <a:prstGeom prst="rect">
            <a:avLst/>
          </a:prstGeom>
          <a:solidFill>
            <a:srgbClr val="85A0CC"/>
          </a:solidFill>
          <a:ln cap="flat" cmpd="sng" w="9525">
            <a:solidFill>
              <a:srgbClr val="0C41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none" tIns="0">
            <a:noAutofit/>
          </a:bodyPr>
          <a:lstStyle/>
          <a:p>
            <a:pPr indent="0" lvl="1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75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Inception</a:t>
            </a:r>
            <a:endParaRPr b="1" i="0" sz="1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50" name="Google Shape;50;p1"/>
          <p:cNvGrpSpPr/>
          <p:nvPr/>
        </p:nvGrpSpPr>
        <p:grpSpPr>
          <a:xfrm>
            <a:off x="2653191" y="2387030"/>
            <a:ext cx="862584" cy="2012507"/>
            <a:chOff x="2161244" y="2332553"/>
            <a:chExt cx="862584" cy="2012507"/>
          </a:xfrm>
        </p:grpSpPr>
        <p:sp>
          <p:nvSpPr>
            <p:cNvPr id="51" name="Google Shape;51;p1"/>
            <p:cNvSpPr/>
            <p:nvPr/>
          </p:nvSpPr>
          <p:spPr>
            <a:xfrm>
              <a:off x="2161244" y="2332553"/>
              <a:ext cx="288032" cy="2003393"/>
            </a:xfrm>
            <a:prstGeom prst="homePlate">
              <a:avLst>
                <a:gd fmla="val 19785" name="adj"/>
              </a:avLst>
            </a:prstGeom>
            <a:solidFill>
              <a:srgbClr val="F2F2F2"/>
            </a:solidFill>
            <a:ln cap="flat" cmpd="sng" w="9525">
              <a:solidFill>
                <a:srgbClr val="BFBFB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95959"/>
                </a:buClr>
                <a:buSzPts val="640"/>
                <a:buFont typeface="Malgun Gothic"/>
                <a:buNone/>
              </a:pPr>
              <a:r>
                <a:rPr b="1" i="0" lang="ko-KR" sz="800" u="none" cap="none" strike="noStrike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분</a:t>
              </a:r>
              <a:endParaRPr b="1" i="0" sz="80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95959"/>
                </a:buClr>
                <a:buSzPts val="640"/>
                <a:buFont typeface="Malgun Gothic"/>
                <a:buNone/>
              </a:pPr>
              <a:r>
                <a:rPr b="1" i="0" lang="ko-KR" sz="800" u="none" cap="none" strike="noStrike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석</a:t>
              </a:r>
              <a:endParaRPr b="1" i="0" sz="80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95959"/>
                </a:buClr>
                <a:buSzPts val="640"/>
                <a:buFont typeface="Malgun Gothic"/>
                <a:buNone/>
              </a:pPr>
              <a:r>
                <a:rPr b="1" i="0" lang="ko-KR" sz="800" u="none" cap="none" strike="noStrike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및</a:t>
              </a:r>
              <a:endParaRPr b="1" i="0" sz="80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95959"/>
                </a:buClr>
                <a:buSzPts val="640"/>
                <a:buFont typeface="Malgun Gothic"/>
                <a:buNone/>
              </a:pPr>
              <a:r>
                <a:rPr b="1" i="0" lang="ko-KR" sz="800" u="none" cap="none" strike="noStrike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설</a:t>
              </a:r>
              <a:endParaRPr b="1" i="0" sz="80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95959"/>
                </a:buClr>
                <a:buSzPts val="640"/>
                <a:buFont typeface="Malgun Gothic"/>
                <a:buNone/>
              </a:pPr>
              <a:r>
                <a:rPr b="1" i="0" lang="ko-KR" sz="800" u="none" cap="none" strike="noStrike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계</a:t>
              </a:r>
              <a:endParaRPr/>
            </a:p>
          </p:txBody>
        </p:sp>
        <p:sp>
          <p:nvSpPr>
            <p:cNvPr id="52" name="Google Shape;52;p1"/>
            <p:cNvSpPr/>
            <p:nvPr/>
          </p:nvSpPr>
          <p:spPr>
            <a:xfrm>
              <a:off x="2447764" y="2332553"/>
              <a:ext cx="288032" cy="2003393"/>
            </a:xfrm>
            <a:prstGeom prst="homePlate">
              <a:avLst>
                <a:gd fmla="val 19785" name="adj"/>
              </a:avLst>
            </a:prstGeom>
            <a:solidFill>
              <a:srgbClr val="F2F2F2"/>
            </a:solidFill>
            <a:ln cap="flat" cmpd="sng" w="9525">
              <a:solidFill>
                <a:srgbClr val="BFBFB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95959"/>
                </a:buClr>
                <a:buSzPts val="640"/>
                <a:buFont typeface="Malgun Gothic"/>
                <a:buNone/>
              </a:pPr>
              <a:r>
                <a:rPr b="1" i="0" lang="ko-KR" sz="800" u="none" cap="none" strike="noStrike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구</a:t>
              </a:r>
              <a:endParaRPr b="1" i="0" sz="80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95959"/>
                </a:buClr>
                <a:buSzPts val="640"/>
                <a:buFont typeface="Malgun Gothic"/>
                <a:buNone/>
              </a:pPr>
              <a:r>
                <a:rPr b="1" i="0" lang="ko-KR" sz="800" u="none" cap="none" strike="noStrike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현</a:t>
              </a:r>
              <a:endParaRPr/>
            </a:p>
          </p:txBody>
        </p:sp>
        <p:sp>
          <p:nvSpPr>
            <p:cNvPr id="53" name="Google Shape;53;p1"/>
            <p:cNvSpPr/>
            <p:nvPr/>
          </p:nvSpPr>
          <p:spPr>
            <a:xfrm>
              <a:off x="2735796" y="2341667"/>
              <a:ext cx="288032" cy="2003393"/>
            </a:xfrm>
            <a:prstGeom prst="homePlate">
              <a:avLst>
                <a:gd fmla="val 19785" name="adj"/>
              </a:avLst>
            </a:prstGeom>
            <a:solidFill>
              <a:srgbClr val="F2F2F2"/>
            </a:solidFill>
            <a:ln cap="flat" cmpd="sng" w="9525">
              <a:solidFill>
                <a:srgbClr val="BFBFB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95959"/>
                </a:buClr>
                <a:buSzPts val="640"/>
                <a:buFont typeface="Malgun Gothic"/>
                <a:buNone/>
              </a:pPr>
              <a:r>
                <a:rPr b="1" i="0" lang="ko-KR" sz="800" u="none" cap="none" strike="noStrike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단</a:t>
              </a:r>
              <a:endParaRPr b="1" i="0" sz="80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95959"/>
                </a:buClr>
                <a:buSzPts val="640"/>
                <a:buFont typeface="Malgun Gothic"/>
                <a:buNone/>
              </a:pPr>
              <a:r>
                <a:rPr b="1" i="0" lang="ko-KR" sz="800" u="none" cap="none" strike="noStrike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위</a:t>
              </a:r>
              <a:endParaRPr b="1" i="0" sz="80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95959"/>
                </a:buClr>
                <a:buSzPts val="640"/>
                <a:buFont typeface="Malgun Gothic"/>
                <a:buNone/>
              </a:pPr>
              <a:r>
                <a:rPr b="1" i="0" lang="ko-KR" sz="800" u="none" cap="none" strike="noStrike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테</a:t>
              </a:r>
              <a:endParaRPr b="1" i="0" sz="80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95959"/>
                </a:buClr>
                <a:buSzPts val="640"/>
                <a:buFont typeface="Malgun Gothic"/>
                <a:buNone/>
              </a:pPr>
              <a:r>
                <a:rPr b="1" i="0" lang="ko-KR" sz="800" u="none" cap="none" strike="noStrike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스</a:t>
              </a:r>
              <a:endParaRPr b="1" i="0" sz="80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95959"/>
                </a:buClr>
                <a:buSzPts val="640"/>
                <a:buFont typeface="Malgun Gothic"/>
                <a:buNone/>
              </a:pPr>
              <a:r>
                <a:rPr b="1" i="0" lang="ko-KR" sz="800" u="none" cap="none" strike="noStrike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트</a:t>
              </a:r>
              <a:endParaRPr b="1" i="0" sz="80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54" name="Google Shape;54;p1"/>
          <p:cNvSpPr/>
          <p:nvPr/>
        </p:nvSpPr>
        <p:spPr>
          <a:xfrm>
            <a:off x="2417706" y="2315719"/>
            <a:ext cx="1098069" cy="2083818"/>
          </a:xfrm>
          <a:prstGeom prst="rect">
            <a:avLst/>
          </a:prstGeom>
          <a:noFill/>
          <a:ln cap="flat" cmpd="sng" w="254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12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55" name="Google Shape;55;p1"/>
          <p:cNvGrpSpPr/>
          <p:nvPr/>
        </p:nvGrpSpPr>
        <p:grpSpPr>
          <a:xfrm>
            <a:off x="3546957" y="2324136"/>
            <a:ext cx="960120" cy="2083818"/>
            <a:chOff x="3059832" y="2255029"/>
            <a:chExt cx="972108" cy="2083818"/>
          </a:xfrm>
        </p:grpSpPr>
        <p:grpSp>
          <p:nvGrpSpPr>
            <p:cNvPr id="56" name="Google Shape;56;p1"/>
            <p:cNvGrpSpPr/>
            <p:nvPr/>
          </p:nvGrpSpPr>
          <p:grpSpPr>
            <a:xfrm>
              <a:off x="3059832" y="2314080"/>
              <a:ext cx="972107" cy="2024767"/>
              <a:chOff x="2051720" y="2320293"/>
              <a:chExt cx="972107" cy="2024767"/>
            </a:xfrm>
          </p:grpSpPr>
          <p:sp>
            <p:nvSpPr>
              <p:cNvPr id="57" name="Google Shape;57;p1"/>
              <p:cNvSpPr/>
              <p:nvPr/>
            </p:nvSpPr>
            <p:spPr>
              <a:xfrm>
                <a:off x="2051720" y="2320293"/>
                <a:ext cx="223128" cy="2003393"/>
              </a:xfrm>
              <a:prstGeom prst="homePlate">
                <a:avLst>
                  <a:gd fmla="val 19785" name="adj"/>
                </a:avLst>
              </a:prstGeom>
              <a:solidFill>
                <a:srgbClr val="F2F2F2"/>
              </a:solidFill>
              <a:ln cap="flat" cmpd="sng" w="9525">
                <a:solidFill>
                  <a:srgbClr val="BFBFBF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95959"/>
                  </a:buClr>
                  <a:buSzPts val="640"/>
                  <a:buFont typeface="Malgun Gothic"/>
                  <a:buNone/>
                </a:pPr>
                <a:r>
                  <a:rPr b="1" i="0" lang="ko-KR" sz="800" u="none" cap="none" strike="noStrike">
                    <a:solidFill>
                      <a:srgbClr val="262626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분</a:t>
                </a:r>
                <a:endParaRPr b="1" i="0" sz="800" u="none" cap="none" strike="noStrike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95959"/>
                  </a:buClr>
                  <a:buSzPts val="640"/>
                  <a:buFont typeface="Malgun Gothic"/>
                  <a:buNone/>
                </a:pPr>
                <a:r>
                  <a:rPr b="1" i="0" lang="ko-KR" sz="800" u="none" cap="none" strike="noStrike">
                    <a:solidFill>
                      <a:srgbClr val="262626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석</a:t>
                </a:r>
                <a:endParaRPr b="1" i="0" sz="800" u="none" cap="none" strike="noStrike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95959"/>
                  </a:buClr>
                  <a:buSzPts val="640"/>
                  <a:buFont typeface="Malgun Gothic"/>
                  <a:buNone/>
                </a:pPr>
                <a:r>
                  <a:rPr b="1" i="0" lang="ko-KR" sz="800" u="none" cap="none" strike="noStrike">
                    <a:solidFill>
                      <a:srgbClr val="262626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및</a:t>
                </a:r>
                <a:endParaRPr b="1" i="0" sz="800" u="none" cap="none" strike="noStrike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95959"/>
                  </a:buClr>
                  <a:buSzPts val="640"/>
                  <a:buFont typeface="Malgun Gothic"/>
                  <a:buNone/>
                </a:pPr>
                <a:r>
                  <a:rPr b="1" i="0" lang="ko-KR" sz="800" u="none" cap="none" strike="noStrike">
                    <a:solidFill>
                      <a:srgbClr val="262626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설</a:t>
                </a:r>
                <a:endParaRPr b="1" i="0" sz="800" u="none" cap="none" strike="noStrike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95959"/>
                  </a:buClr>
                  <a:buSzPts val="640"/>
                  <a:buFont typeface="Malgun Gothic"/>
                  <a:buNone/>
                </a:pPr>
                <a:r>
                  <a:rPr b="1" i="0" lang="ko-KR" sz="800" u="none" cap="none" strike="noStrike">
                    <a:solidFill>
                      <a:srgbClr val="262626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계</a:t>
                </a:r>
                <a:endParaRPr/>
              </a:p>
            </p:txBody>
          </p:sp>
          <p:sp>
            <p:nvSpPr>
              <p:cNvPr id="58" name="Google Shape;58;p1"/>
              <p:cNvSpPr/>
              <p:nvPr/>
            </p:nvSpPr>
            <p:spPr>
              <a:xfrm>
                <a:off x="2299151" y="2332553"/>
                <a:ext cx="478301" cy="2003393"/>
              </a:xfrm>
              <a:prstGeom prst="homePlate">
                <a:avLst>
                  <a:gd fmla="val 19785" name="adj"/>
                </a:avLst>
              </a:prstGeom>
              <a:solidFill>
                <a:srgbClr val="F2F2F2"/>
              </a:solidFill>
              <a:ln cap="flat" cmpd="sng" w="9525">
                <a:solidFill>
                  <a:srgbClr val="BFBFBF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95959"/>
                  </a:buClr>
                  <a:buSzPts val="640"/>
                  <a:buFont typeface="Malgun Gothic"/>
                  <a:buNone/>
                </a:pPr>
                <a:r>
                  <a:rPr b="1" i="0" lang="ko-KR" sz="800" u="none" cap="none" strike="noStrike">
                    <a:solidFill>
                      <a:srgbClr val="262626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구</a:t>
                </a:r>
                <a:endParaRPr b="1" i="0" sz="800" u="none" cap="none" strike="noStrike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95959"/>
                  </a:buClr>
                  <a:buSzPts val="640"/>
                  <a:buFont typeface="Malgun Gothic"/>
                  <a:buNone/>
                </a:pPr>
                <a:r>
                  <a:rPr b="1" i="0" lang="ko-KR" sz="800" u="none" cap="none" strike="noStrike">
                    <a:solidFill>
                      <a:srgbClr val="262626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현</a:t>
                </a:r>
                <a:endParaRPr/>
              </a:p>
            </p:txBody>
          </p:sp>
          <p:sp>
            <p:nvSpPr>
              <p:cNvPr id="59" name="Google Shape;59;p1"/>
              <p:cNvSpPr/>
              <p:nvPr/>
            </p:nvSpPr>
            <p:spPr>
              <a:xfrm>
                <a:off x="2777453" y="2341667"/>
                <a:ext cx="246374" cy="2003393"/>
              </a:xfrm>
              <a:prstGeom prst="homePlate">
                <a:avLst>
                  <a:gd fmla="val 19785" name="adj"/>
                </a:avLst>
              </a:prstGeom>
              <a:solidFill>
                <a:srgbClr val="F2F2F2"/>
              </a:solidFill>
              <a:ln cap="flat" cmpd="sng" w="9525">
                <a:solidFill>
                  <a:srgbClr val="BFBFBF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95959"/>
                  </a:buClr>
                  <a:buSzPts val="640"/>
                  <a:buFont typeface="Malgun Gothic"/>
                  <a:buNone/>
                </a:pPr>
                <a:r>
                  <a:rPr b="1" i="0" lang="ko-KR" sz="800" u="none" cap="none" strike="noStrike">
                    <a:solidFill>
                      <a:srgbClr val="262626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단</a:t>
                </a:r>
                <a:endParaRPr b="1" i="0" sz="800" u="none" cap="none" strike="noStrike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95959"/>
                  </a:buClr>
                  <a:buSzPts val="640"/>
                  <a:buFont typeface="Malgun Gothic"/>
                  <a:buNone/>
                </a:pPr>
                <a:r>
                  <a:rPr b="1" i="0" lang="ko-KR" sz="800" u="none" cap="none" strike="noStrike">
                    <a:solidFill>
                      <a:srgbClr val="262626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위</a:t>
                </a:r>
                <a:endParaRPr b="1" i="0" sz="800" u="none" cap="none" strike="noStrike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95959"/>
                  </a:buClr>
                  <a:buSzPts val="640"/>
                  <a:buFont typeface="Malgun Gothic"/>
                  <a:buNone/>
                </a:pPr>
                <a:r>
                  <a:rPr b="1" i="0" lang="ko-KR" sz="800" u="none" cap="none" strike="noStrike">
                    <a:solidFill>
                      <a:srgbClr val="262626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테</a:t>
                </a:r>
                <a:endParaRPr b="1" i="0" sz="800" u="none" cap="none" strike="noStrike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95959"/>
                  </a:buClr>
                  <a:buSzPts val="640"/>
                  <a:buFont typeface="Malgun Gothic"/>
                  <a:buNone/>
                </a:pPr>
                <a:r>
                  <a:rPr b="1" i="0" lang="ko-KR" sz="800" u="none" cap="none" strike="noStrike">
                    <a:solidFill>
                      <a:srgbClr val="262626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스</a:t>
                </a:r>
                <a:endParaRPr b="1" i="0" sz="800" u="none" cap="none" strike="noStrike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95959"/>
                  </a:buClr>
                  <a:buSzPts val="640"/>
                  <a:buFont typeface="Malgun Gothic"/>
                  <a:buNone/>
                </a:pPr>
                <a:r>
                  <a:rPr b="1" i="0" lang="ko-KR" sz="800" u="none" cap="none" strike="noStrike">
                    <a:solidFill>
                      <a:srgbClr val="262626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트</a:t>
                </a:r>
                <a:endParaRPr b="1" i="0" sz="800" u="none" cap="none" strike="noStrike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sp>
          <p:nvSpPr>
            <p:cNvPr id="60" name="Google Shape;60;p1"/>
            <p:cNvSpPr/>
            <p:nvPr/>
          </p:nvSpPr>
          <p:spPr>
            <a:xfrm>
              <a:off x="3059832" y="2255029"/>
              <a:ext cx="972108" cy="2083818"/>
            </a:xfrm>
            <a:prstGeom prst="rect">
              <a:avLst/>
            </a:prstGeom>
            <a:noFill/>
            <a:ln cap="flat" cmpd="sng" w="254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112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61" name="Google Shape;61;p1"/>
          <p:cNvGrpSpPr/>
          <p:nvPr/>
        </p:nvGrpSpPr>
        <p:grpSpPr>
          <a:xfrm>
            <a:off x="4528681" y="2319722"/>
            <a:ext cx="985542" cy="2083818"/>
            <a:chOff x="3059832" y="2255029"/>
            <a:chExt cx="972108" cy="2083818"/>
          </a:xfrm>
        </p:grpSpPr>
        <p:grpSp>
          <p:nvGrpSpPr>
            <p:cNvPr id="62" name="Google Shape;62;p1"/>
            <p:cNvGrpSpPr/>
            <p:nvPr/>
          </p:nvGrpSpPr>
          <p:grpSpPr>
            <a:xfrm>
              <a:off x="3059832" y="2314080"/>
              <a:ext cx="958858" cy="2024767"/>
              <a:chOff x="2051720" y="2320293"/>
              <a:chExt cx="958858" cy="2024767"/>
            </a:xfrm>
          </p:grpSpPr>
          <p:sp>
            <p:nvSpPr>
              <p:cNvPr id="63" name="Google Shape;63;p1"/>
              <p:cNvSpPr/>
              <p:nvPr/>
            </p:nvSpPr>
            <p:spPr>
              <a:xfrm>
                <a:off x="2051720" y="2320293"/>
                <a:ext cx="223128" cy="2003393"/>
              </a:xfrm>
              <a:prstGeom prst="homePlate">
                <a:avLst>
                  <a:gd fmla="val 19785" name="adj"/>
                </a:avLst>
              </a:prstGeom>
              <a:solidFill>
                <a:srgbClr val="F2F2F2"/>
              </a:solidFill>
              <a:ln cap="flat" cmpd="sng" w="9525">
                <a:solidFill>
                  <a:srgbClr val="BFBFBF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95959"/>
                  </a:buClr>
                  <a:buSzPts val="640"/>
                  <a:buFont typeface="Malgun Gothic"/>
                  <a:buNone/>
                </a:pPr>
                <a:r>
                  <a:rPr b="1" i="0" lang="ko-KR" sz="800" u="none" cap="none" strike="noStrike">
                    <a:solidFill>
                      <a:srgbClr val="262626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분</a:t>
                </a:r>
                <a:endParaRPr b="1" i="0" sz="800" u="none" cap="none" strike="noStrike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95959"/>
                  </a:buClr>
                  <a:buSzPts val="640"/>
                  <a:buFont typeface="Malgun Gothic"/>
                  <a:buNone/>
                </a:pPr>
                <a:r>
                  <a:rPr b="1" i="0" lang="ko-KR" sz="800" u="none" cap="none" strike="noStrike">
                    <a:solidFill>
                      <a:srgbClr val="262626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석</a:t>
                </a:r>
                <a:endParaRPr b="1" i="0" sz="800" u="none" cap="none" strike="noStrike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95959"/>
                  </a:buClr>
                  <a:buSzPts val="640"/>
                  <a:buFont typeface="Malgun Gothic"/>
                  <a:buNone/>
                </a:pPr>
                <a:r>
                  <a:rPr b="1" i="0" lang="ko-KR" sz="800" u="none" cap="none" strike="noStrike">
                    <a:solidFill>
                      <a:srgbClr val="262626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및</a:t>
                </a:r>
                <a:endParaRPr b="1" i="0" sz="800" u="none" cap="none" strike="noStrike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95959"/>
                  </a:buClr>
                  <a:buSzPts val="640"/>
                  <a:buFont typeface="Malgun Gothic"/>
                  <a:buNone/>
                </a:pPr>
                <a:r>
                  <a:rPr b="1" i="0" lang="ko-KR" sz="800" u="none" cap="none" strike="noStrike">
                    <a:solidFill>
                      <a:srgbClr val="262626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설</a:t>
                </a:r>
                <a:endParaRPr b="1" i="0" sz="800" u="none" cap="none" strike="noStrike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95959"/>
                  </a:buClr>
                  <a:buSzPts val="640"/>
                  <a:buFont typeface="Malgun Gothic"/>
                  <a:buNone/>
                </a:pPr>
                <a:r>
                  <a:rPr b="1" i="0" lang="ko-KR" sz="800" u="none" cap="none" strike="noStrike">
                    <a:solidFill>
                      <a:srgbClr val="262626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계</a:t>
                </a:r>
                <a:endParaRPr/>
              </a:p>
            </p:txBody>
          </p:sp>
          <p:sp>
            <p:nvSpPr>
              <p:cNvPr id="64" name="Google Shape;64;p1"/>
              <p:cNvSpPr/>
              <p:nvPr/>
            </p:nvSpPr>
            <p:spPr>
              <a:xfrm>
                <a:off x="2292090" y="2332553"/>
                <a:ext cx="481491" cy="2003393"/>
              </a:xfrm>
              <a:prstGeom prst="homePlate">
                <a:avLst>
                  <a:gd fmla="val 19785" name="adj"/>
                </a:avLst>
              </a:prstGeom>
              <a:solidFill>
                <a:srgbClr val="F2F2F2"/>
              </a:solidFill>
              <a:ln cap="flat" cmpd="sng" w="9525">
                <a:solidFill>
                  <a:srgbClr val="BFBFBF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95959"/>
                  </a:buClr>
                  <a:buSzPts val="640"/>
                  <a:buFont typeface="Malgun Gothic"/>
                  <a:buNone/>
                </a:pPr>
                <a:r>
                  <a:rPr b="1" i="0" lang="ko-KR" sz="800" u="none" cap="none" strike="noStrike">
                    <a:solidFill>
                      <a:srgbClr val="262626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구</a:t>
                </a:r>
                <a:endParaRPr b="1" i="0" sz="800" u="none" cap="none" strike="noStrike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95959"/>
                  </a:buClr>
                  <a:buSzPts val="640"/>
                  <a:buFont typeface="Malgun Gothic"/>
                  <a:buNone/>
                </a:pPr>
                <a:r>
                  <a:rPr b="1" i="0" lang="ko-KR" sz="800" u="none" cap="none" strike="noStrike">
                    <a:solidFill>
                      <a:srgbClr val="262626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현</a:t>
                </a:r>
                <a:endParaRPr/>
              </a:p>
            </p:txBody>
          </p:sp>
          <p:sp>
            <p:nvSpPr>
              <p:cNvPr id="65" name="Google Shape;65;p1"/>
              <p:cNvSpPr/>
              <p:nvPr/>
            </p:nvSpPr>
            <p:spPr>
              <a:xfrm>
                <a:off x="2787450" y="2341667"/>
                <a:ext cx="223128" cy="2003393"/>
              </a:xfrm>
              <a:prstGeom prst="homePlate">
                <a:avLst>
                  <a:gd fmla="val 19785" name="adj"/>
                </a:avLst>
              </a:prstGeom>
              <a:solidFill>
                <a:srgbClr val="F2F2F2"/>
              </a:solidFill>
              <a:ln cap="flat" cmpd="sng" w="9525">
                <a:solidFill>
                  <a:srgbClr val="BFBFBF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95959"/>
                  </a:buClr>
                  <a:buSzPts val="640"/>
                  <a:buFont typeface="Malgun Gothic"/>
                  <a:buNone/>
                </a:pPr>
                <a:r>
                  <a:rPr b="1" i="0" lang="ko-KR" sz="800" u="none" cap="none" strike="noStrike">
                    <a:solidFill>
                      <a:srgbClr val="262626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단</a:t>
                </a:r>
                <a:endParaRPr b="1" i="0" sz="800" u="none" cap="none" strike="noStrike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95959"/>
                  </a:buClr>
                  <a:buSzPts val="640"/>
                  <a:buFont typeface="Malgun Gothic"/>
                  <a:buNone/>
                </a:pPr>
                <a:r>
                  <a:rPr b="1" i="0" lang="ko-KR" sz="800" u="none" cap="none" strike="noStrike">
                    <a:solidFill>
                      <a:srgbClr val="262626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위</a:t>
                </a:r>
                <a:endParaRPr b="1" i="0" sz="800" u="none" cap="none" strike="noStrike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95959"/>
                  </a:buClr>
                  <a:buSzPts val="640"/>
                  <a:buFont typeface="Malgun Gothic"/>
                  <a:buNone/>
                </a:pPr>
                <a:r>
                  <a:rPr b="1" i="0" lang="ko-KR" sz="800" u="none" cap="none" strike="noStrike">
                    <a:solidFill>
                      <a:srgbClr val="262626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테</a:t>
                </a:r>
                <a:endParaRPr b="1" i="0" sz="800" u="none" cap="none" strike="noStrike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95959"/>
                  </a:buClr>
                  <a:buSzPts val="640"/>
                  <a:buFont typeface="Malgun Gothic"/>
                  <a:buNone/>
                </a:pPr>
                <a:r>
                  <a:rPr b="1" i="0" lang="ko-KR" sz="800" u="none" cap="none" strike="noStrike">
                    <a:solidFill>
                      <a:srgbClr val="262626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스</a:t>
                </a:r>
                <a:endParaRPr b="1" i="0" sz="800" u="none" cap="none" strike="noStrike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95959"/>
                  </a:buClr>
                  <a:buSzPts val="640"/>
                  <a:buFont typeface="Malgun Gothic"/>
                  <a:buNone/>
                </a:pPr>
                <a:r>
                  <a:rPr b="1" i="0" lang="ko-KR" sz="800" u="none" cap="none" strike="noStrike">
                    <a:solidFill>
                      <a:srgbClr val="262626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트</a:t>
                </a:r>
                <a:endParaRPr b="1" i="0" sz="800" u="none" cap="none" strike="noStrike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sp>
          <p:nvSpPr>
            <p:cNvPr id="66" name="Google Shape;66;p1"/>
            <p:cNvSpPr/>
            <p:nvPr/>
          </p:nvSpPr>
          <p:spPr>
            <a:xfrm>
              <a:off x="3059832" y="2255029"/>
              <a:ext cx="972108" cy="2083818"/>
            </a:xfrm>
            <a:prstGeom prst="rect">
              <a:avLst/>
            </a:prstGeom>
            <a:noFill/>
            <a:ln cap="flat" cmpd="sng" w="254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112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67" name="Google Shape;67;p1"/>
          <p:cNvGrpSpPr/>
          <p:nvPr/>
        </p:nvGrpSpPr>
        <p:grpSpPr>
          <a:xfrm>
            <a:off x="5508104" y="2319722"/>
            <a:ext cx="985542" cy="2083818"/>
            <a:chOff x="3059832" y="2255029"/>
            <a:chExt cx="972108" cy="2083818"/>
          </a:xfrm>
        </p:grpSpPr>
        <p:grpSp>
          <p:nvGrpSpPr>
            <p:cNvPr id="68" name="Google Shape;68;p1"/>
            <p:cNvGrpSpPr/>
            <p:nvPr/>
          </p:nvGrpSpPr>
          <p:grpSpPr>
            <a:xfrm>
              <a:off x="3059832" y="2314080"/>
              <a:ext cx="958858" cy="2024767"/>
              <a:chOff x="2051720" y="2320293"/>
              <a:chExt cx="958858" cy="2024767"/>
            </a:xfrm>
          </p:grpSpPr>
          <p:sp>
            <p:nvSpPr>
              <p:cNvPr id="69" name="Google Shape;69;p1"/>
              <p:cNvSpPr/>
              <p:nvPr/>
            </p:nvSpPr>
            <p:spPr>
              <a:xfrm>
                <a:off x="2051720" y="2320293"/>
                <a:ext cx="223128" cy="2003393"/>
              </a:xfrm>
              <a:prstGeom prst="homePlate">
                <a:avLst>
                  <a:gd fmla="val 19785" name="adj"/>
                </a:avLst>
              </a:prstGeom>
              <a:solidFill>
                <a:srgbClr val="F2F2F2"/>
              </a:solidFill>
              <a:ln cap="flat" cmpd="sng" w="9525">
                <a:solidFill>
                  <a:srgbClr val="BFBFBF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95959"/>
                  </a:buClr>
                  <a:buSzPts val="640"/>
                  <a:buFont typeface="Malgun Gothic"/>
                  <a:buNone/>
                </a:pPr>
                <a:r>
                  <a:rPr b="1" i="0" lang="ko-KR" sz="800" u="none" cap="none" strike="noStrike">
                    <a:solidFill>
                      <a:srgbClr val="262626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분</a:t>
                </a:r>
                <a:endParaRPr b="1" i="0" sz="800" u="none" cap="none" strike="noStrike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95959"/>
                  </a:buClr>
                  <a:buSzPts val="640"/>
                  <a:buFont typeface="Malgun Gothic"/>
                  <a:buNone/>
                </a:pPr>
                <a:r>
                  <a:rPr b="1" i="0" lang="ko-KR" sz="800" u="none" cap="none" strike="noStrike">
                    <a:solidFill>
                      <a:srgbClr val="262626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석</a:t>
                </a:r>
                <a:endParaRPr b="1" i="0" sz="800" u="none" cap="none" strike="noStrike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95959"/>
                  </a:buClr>
                  <a:buSzPts val="640"/>
                  <a:buFont typeface="Malgun Gothic"/>
                  <a:buNone/>
                </a:pPr>
                <a:r>
                  <a:rPr b="1" i="0" lang="ko-KR" sz="800" u="none" cap="none" strike="noStrike">
                    <a:solidFill>
                      <a:srgbClr val="262626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및</a:t>
                </a:r>
                <a:endParaRPr b="1" i="0" sz="800" u="none" cap="none" strike="noStrike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95959"/>
                  </a:buClr>
                  <a:buSzPts val="640"/>
                  <a:buFont typeface="Malgun Gothic"/>
                  <a:buNone/>
                </a:pPr>
                <a:r>
                  <a:rPr b="1" i="0" lang="ko-KR" sz="800" u="none" cap="none" strike="noStrike">
                    <a:solidFill>
                      <a:srgbClr val="262626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설</a:t>
                </a:r>
                <a:endParaRPr b="1" i="0" sz="800" u="none" cap="none" strike="noStrike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95959"/>
                  </a:buClr>
                  <a:buSzPts val="640"/>
                  <a:buFont typeface="Malgun Gothic"/>
                  <a:buNone/>
                </a:pPr>
                <a:r>
                  <a:rPr b="1" i="0" lang="ko-KR" sz="800" u="none" cap="none" strike="noStrike">
                    <a:solidFill>
                      <a:srgbClr val="262626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계</a:t>
                </a:r>
                <a:endParaRPr/>
              </a:p>
            </p:txBody>
          </p:sp>
          <p:sp>
            <p:nvSpPr>
              <p:cNvPr id="70" name="Google Shape;70;p1"/>
              <p:cNvSpPr/>
              <p:nvPr/>
            </p:nvSpPr>
            <p:spPr>
              <a:xfrm>
                <a:off x="2292090" y="2332553"/>
                <a:ext cx="481491" cy="2003393"/>
              </a:xfrm>
              <a:prstGeom prst="homePlate">
                <a:avLst>
                  <a:gd fmla="val 19785" name="adj"/>
                </a:avLst>
              </a:prstGeom>
              <a:solidFill>
                <a:srgbClr val="F2F2F2"/>
              </a:solidFill>
              <a:ln cap="flat" cmpd="sng" w="9525">
                <a:solidFill>
                  <a:srgbClr val="BFBFBF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95959"/>
                  </a:buClr>
                  <a:buSzPts val="640"/>
                  <a:buFont typeface="Malgun Gothic"/>
                  <a:buNone/>
                </a:pPr>
                <a:r>
                  <a:rPr b="1" i="0" lang="ko-KR" sz="800" u="none" cap="none" strike="noStrike">
                    <a:solidFill>
                      <a:srgbClr val="262626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구</a:t>
                </a:r>
                <a:endParaRPr b="1" i="0" sz="800" u="none" cap="none" strike="noStrike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95959"/>
                  </a:buClr>
                  <a:buSzPts val="640"/>
                  <a:buFont typeface="Malgun Gothic"/>
                  <a:buNone/>
                </a:pPr>
                <a:r>
                  <a:rPr b="1" i="0" lang="ko-KR" sz="800" u="none" cap="none" strike="noStrike">
                    <a:solidFill>
                      <a:srgbClr val="262626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현</a:t>
                </a:r>
                <a:endParaRPr/>
              </a:p>
            </p:txBody>
          </p:sp>
          <p:sp>
            <p:nvSpPr>
              <p:cNvPr id="71" name="Google Shape;71;p1"/>
              <p:cNvSpPr/>
              <p:nvPr/>
            </p:nvSpPr>
            <p:spPr>
              <a:xfrm>
                <a:off x="2787450" y="2341667"/>
                <a:ext cx="223128" cy="2003393"/>
              </a:xfrm>
              <a:prstGeom prst="homePlate">
                <a:avLst>
                  <a:gd fmla="val 19785" name="adj"/>
                </a:avLst>
              </a:prstGeom>
              <a:solidFill>
                <a:srgbClr val="F2F2F2"/>
              </a:solidFill>
              <a:ln cap="flat" cmpd="sng" w="9525">
                <a:solidFill>
                  <a:srgbClr val="BFBFBF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95959"/>
                  </a:buClr>
                  <a:buSzPts val="640"/>
                  <a:buFont typeface="Malgun Gothic"/>
                  <a:buNone/>
                </a:pPr>
                <a:r>
                  <a:rPr b="1" i="0" lang="ko-KR" sz="800" u="none" cap="none" strike="noStrike">
                    <a:solidFill>
                      <a:srgbClr val="262626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단</a:t>
                </a:r>
                <a:endParaRPr b="1" i="0" sz="800" u="none" cap="none" strike="noStrike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95959"/>
                  </a:buClr>
                  <a:buSzPts val="640"/>
                  <a:buFont typeface="Malgun Gothic"/>
                  <a:buNone/>
                </a:pPr>
                <a:r>
                  <a:rPr b="1" i="0" lang="ko-KR" sz="800" u="none" cap="none" strike="noStrike">
                    <a:solidFill>
                      <a:srgbClr val="262626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위</a:t>
                </a:r>
                <a:endParaRPr b="1" i="0" sz="800" u="none" cap="none" strike="noStrike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95959"/>
                  </a:buClr>
                  <a:buSzPts val="640"/>
                  <a:buFont typeface="Malgun Gothic"/>
                  <a:buNone/>
                </a:pPr>
                <a:r>
                  <a:rPr b="1" i="0" lang="ko-KR" sz="800" u="none" cap="none" strike="noStrike">
                    <a:solidFill>
                      <a:srgbClr val="262626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테</a:t>
                </a:r>
                <a:endParaRPr b="1" i="0" sz="800" u="none" cap="none" strike="noStrike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95959"/>
                  </a:buClr>
                  <a:buSzPts val="640"/>
                  <a:buFont typeface="Malgun Gothic"/>
                  <a:buNone/>
                </a:pPr>
                <a:r>
                  <a:rPr b="1" i="0" lang="ko-KR" sz="800" u="none" cap="none" strike="noStrike">
                    <a:solidFill>
                      <a:srgbClr val="262626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스</a:t>
                </a:r>
                <a:endParaRPr b="1" i="0" sz="800" u="none" cap="none" strike="noStrike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95959"/>
                  </a:buClr>
                  <a:buSzPts val="640"/>
                  <a:buFont typeface="Malgun Gothic"/>
                  <a:buNone/>
                </a:pPr>
                <a:r>
                  <a:rPr b="1" i="0" lang="ko-KR" sz="800" u="none" cap="none" strike="noStrike">
                    <a:solidFill>
                      <a:srgbClr val="262626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트</a:t>
                </a:r>
                <a:endParaRPr b="1" i="0" sz="800" u="none" cap="none" strike="noStrike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sp>
          <p:nvSpPr>
            <p:cNvPr id="72" name="Google Shape;72;p1"/>
            <p:cNvSpPr/>
            <p:nvPr/>
          </p:nvSpPr>
          <p:spPr>
            <a:xfrm>
              <a:off x="3059832" y="2255029"/>
              <a:ext cx="972108" cy="2083818"/>
            </a:xfrm>
            <a:prstGeom prst="rect">
              <a:avLst/>
            </a:prstGeom>
            <a:noFill/>
            <a:ln cap="flat" cmpd="sng" w="254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112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73" name="Google Shape;73;p1"/>
          <p:cNvGrpSpPr/>
          <p:nvPr/>
        </p:nvGrpSpPr>
        <p:grpSpPr>
          <a:xfrm>
            <a:off x="6516216" y="2805832"/>
            <a:ext cx="985542" cy="1602122"/>
            <a:chOff x="3059832" y="2255029"/>
            <a:chExt cx="972108" cy="2083818"/>
          </a:xfrm>
        </p:grpSpPr>
        <p:grpSp>
          <p:nvGrpSpPr>
            <p:cNvPr id="74" name="Google Shape;74;p1"/>
            <p:cNvGrpSpPr/>
            <p:nvPr/>
          </p:nvGrpSpPr>
          <p:grpSpPr>
            <a:xfrm>
              <a:off x="3059832" y="2314080"/>
              <a:ext cx="958858" cy="2024767"/>
              <a:chOff x="2051720" y="2320293"/>
              <a:chExt cx="958858" cy="2024767"/>
            </a:xfrm>
          </p:grpSpPr>
          <p:sp>
            <p:nvSpPr>
              <p:cNvPr id="75" name="Google Shape;75;p1"/>
              <p:cNvSpPr/>
              <p:nvPr/>
            </p:nvSpPr>
            <p:spPr>
              <a:xfrm>
                <a:off x="2051720" y="2320293"/>
                <a:ext cx="223128" cy="2003393"/>
              </a:xfrm>
              <a:prstGeom prst="homePlate">
                <a:avLst>
                  <a:gd fmla="val 19785" name="adj"/>
                </a:avLst>
              </a:prstGeom>
              <a:solidFill>
                <a:srgbClr val="F2F2F2"/>
              </a:solidFill>
              <a:ln cap="flat" cmpd="sng" w="9525">
                <a:solidFill>
                  <a:srgbClr val="BFBFBF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95959"/>
                  </a:buClr>
                  <a:buSzPts val="640"/>
                  <a:buFont typeface="Malgun Gothic"/>
                  <a:buNone/>
                </a:pPr>
                <a:r>
                  <a:rPr b="1" i="0" lang="ko-KR" sz="800" u="none" cap="none" strike="noStrike">
                    <a:solidFill>
                      <a:srgbClr val="262626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분</a:t>
                </a:r>
                <a:endParaRPr b="1" i="0" sz="800" u="none" cap="none" strike="noStrike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95959"/>
                  </a:buClr>
                  <a:buSzPts val="640"/>
                  <a:buFont typeface="Malgun Gothic"/>
                  <a:buNone/>
                </a:pPr>
                <a:r>
                  <a:rPr b="1" i="0" lang="ko-KR" sz="800" u="none" cap="none" strike="noStrike">
                    <a:solidFill>
                      <a:srgbClr val="262626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석</a:t>
                </a:r>
                <a:endParaRPr b="1" i="0" sz="800" u="none" cap="none" strike="noStrike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95959"/>
                  </a:buClr>
                  <a:buSzPts val="640"/>
                  <a:buFont typeface="Malgun Gothic"/>
                  <a:buNone/>
                </a:pPr>
                <a:r>
                  <a:rPr b="1" i="0" lang="ko-KR" sz="800" u="none" cap="none" strike="noStrike">
                    <a:solidFill>
                      <a:srgbClr val="262626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및</a:t>
                </a:r>
                <a:endParaRPr b="1" i="0" sz="800" u="none" cap="none" strike="noStrike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95959"/>
                  </a:buClr>
                  <a:buSzPts val="640"/>
                  <a:buFont typeface="Malgun Gothic"/>
                  <a:buNone/>
                </a:pPr>
                <a:r>
                  <a:rPr b="1" i="0" lang="ko-KR" sz="800" u="none" cap="none" strike="noStrike">
                    <a:solidFill>
                      <a:srgbClr val="262626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설</a:t>
                </a:r>
                <a:endParaRPr b="1" i="0" sz="800" u="none" cap="none" strike="noStrike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95959"/>
                  </a:buClr>
                  <a:buSzPts val="640"/>
                  <a:buFont typeface="Malgun Gothic"/>
                  <a:buNone/>
                </a:pPr>
                <a:r>
                  <a:rPr b="1" i="0" lang="ko-KR" sz="800" u="none" cap="none" strike="noStrike">
                    <a:solidFill>
                      <a:srgbClr val="262626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계</a:t>
                </a:r>
                <a:endParaRPr/>
              </a:p>
            </p:txBody>
          </p:sp>
          <p:sp>
            <p:nvSpPr>
              <p:cNvPr id="76" name="Google Shape;76;p1"/>
              <p:cNvSpPr/>
              <p:nvPr/>
            </p:nvSpPr>
            <p:spPr>
              <a:xfrm>
                <a:off x="2292090" y="2332553"/>
                <a:ext cx="481491" cy="2003393"/>
              </a:xfrm>
              <a:prstGeom prst="homePlate">
                <a:avLst>
                  <a:gd fmla="val 19785" name="adj"/>
                </a:avLst>
              </a:prstGeom>
              <a:solidFill>
                <a:srgbClr val="F2F2F2"/>
              </a:solidFill>
              <a:ln cap="flat" cmpd="sng" w="9525">
                <a:solidFill>
                  <a:srgbClr val="BFBFBF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95959"/>
                  </a:buClr>
                  <a:buSzPts val="640"/>
                  <a:buFont typeface="Malgun Gothic"/>
                  <a:buNone/>
                </a:pPr>
                <a:r>
                  <a:rPr b="1" i="0" lang="ko-KR" sz="800" u="none" cap="none" strike="noStrike">
                    <a:solidFill>
                      <a:srgbClr val="262626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구</a:t>
                </a:r>
                <a:endParaRPr b="1" i="0" sz="800" u="none" cap="none" strike="noStrike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95959"/>
                  </a:buClr>
                  <a:buSzPts val="640"/>
                  <a:buFont typeface="Malgun Gothic"/>
                  <a:buNone/>
                </a:pPr>
                <a:r>
                  <a:rPr b="1" i="0" lang="ko-KR" sz="800" u="none" cap="none" strike="noStrike">
                    <a:solidFill>
                      <a:srgbClr val="262626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현</a:t>
                </a:r>
                <a:endParaRPr/>
              </a:p>
            </p:txBody>
          </p:sp>
          <p:sp>
            <p:nvSpPr>
              <p:cNvPr id="77" name="Google Shape;77;p1"/>
              <p:cNvSpPr/>
              <p:nvPr/>
            </p:nvSpPr>
            <p:spPr>
              <a:xfrm>
                <a:off x="2787450" y="2341667"/>
                <a:ext cx="223128" cy="2003393"/>
              </a:xfrm>
              <a:prstGeom prst="homePlate">
                <a:avLst>
                  <a:gd fmla="val 19785" name="adj"/>
                </a:avLst>
              </a:prstGeom>
              <a:solidFill>
                <a:srgbClr val="F2F2F2"/>
              </a:solidFill>
              <a:ln cap="flat" cmpd="sng" w="9525">
                <a:solidFill>
                  <a:srgbClr val="BFBFBF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95959"/>
                  </a:buClr>
                  <a:buSzPts val="640"/>
                  <a:buFont typeface="Malgun Gothic"/>
                  <a:buNone/>
                </a:pPr>
                <a:r>
                  <a:rPr b="1" i="0" lang="ko-KR" sz="800" u="none" cap="none" strike="noStrike">
                    <a:solidFill>
                      <a:srgbClr val="262626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단</a:t>
                </a:r>
                <a:endParaRPr b="1" i="0" sz="800" u="none" cap="none" strike="noStrike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95959"/>
                  </a:buClr>
                  <a:buSzPts val="640"/>
                  <a:buFont typeface="Malgun Gothic"/>
                  <a:buNone/>
                </a:pPr>
                <a:r>
                  <a:rPr b="1" i="0" lang="ko-KR" sz="800" u="none" cap="none" strike="noStrike">
                    <a:solidFill>
                      <a:srgbClr val="262626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위</a:t>
                </a:r>
                <a:endParaRPr b="1" i="0" sz="800" u="none" cap="none" strike="noStrike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95959"/>
                  </a:buClr>
                  <a:buSzPts val="640"/>
                  <a:buFont typeface="Malgun Gothic"/>
                  <a:buNone/>
                </a:pPr>
                <a:r>
                  <a:rPr b="1" i="0" lang="ko-KR" sz="800" u="none" cap="none" strike="noStrike">
                    <a:solidFill>
                      <a:srgbClr val="262626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테</a:t>
                </a:r>
                <a:endParaRPr b="1" i="0" sz="800" u="none" cap="none" strike="noStrike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95959"/>
                  </a:buClr>
                  <a:buSzPts val="640"/>
                  <a:buFont typeface="Malgun Gothic"/>
                  <a:buNone/>
                </a:pPr>
                <a:r>
                  <a:rPr b="1" i="0" lang="ko-KR" sz="800" u="none" cap="none" strike="noStrike">
                    <a:solidFill>
                      <a:srgbClr val="262626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스</a:t>
                </a:r>
                <a:endParaRPr b="1" i="0" sz="800" u="none" cap="none" strike="noStrike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95959"/>
                  </a:buClr>
                  <a:buSzPts val="640"/>
                  <a:buFont typeface="Malgun Gothic"/>
                  <a:buNone/>
                </a:pPr>
                <a:r>
                  <a:rPr b="1" i="0" lang="ko-KR" sz="800" u="none" cap="none" strike="noStrike">
                    <a:solidFill>
                      <a:srgbClr val="262626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트</a:t>
                </a:r>
                <a:endParaRPr b="1" i="0" sz="800" u="none" cap="none" strike="noStrike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sp>
          <p:nvSpPr>
            <p:cNvPr id="78" name="Google Shape;78;p1"/>
            <p:cNvSpPr/>
            <p:nvPr/>
          </p:nvSpPr>
          <p:spPr>
            <a:xfrm>
              <a:off x="3059832" y="2255029"/>
              <a:ext cx="972108" cy="2083818"/>
            </a:xfrm>
            <a:prstGeom prst="rect">
              <a:avLst/>
            </a:prstGeom>
            <a:noFill/>
            <a:ln cap="flat" cmpd="sng" w="254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112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pic>
        <p:nvPicPr>
          <p:cNvPr id="79" name="Google Shape;7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03989" y="3842118"/>
            <a:ext cx="739778" cy="529832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6685" y="3867894"/>
            <a:ext cx="739778" cy="529832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60314" y="3842118"/>
            <a:ext cx="739778" cy="529832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32422" y="3834803"/>
            <a:ext cx="739778" cy="529832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40534" y="3831890"/>
            <a:ext cx="739778" cy="529832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"/>
          <p:cNvSpPr txBox="1"/>
          <p:nvPr/>
        </p:nvSpPr>
        <p:spPr>
          <a:xfrm>
            <a:off x="4211959" y="1455626"/>
            <a:ext cx="1080121" cy="138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720"/>
              <a:buFont typeface="Malgun Gothic"/>
              <a:buNone/>
            </a:pPr>
            <a:r>
              <a:rPr b="1" i="0" lang="ko-KR" sz="900" u="none" cap="none" strike="noStrike">
                <a:solidFill>
                  <a:srgbClr val="C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중간발표</a:t>
            </a:r>
            <a:endParaRPr b="1" i="0" sz="900" u="none" cap="none" strike="noStrike">
              <a:solidFill>
                <a:srgbClr val="C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5" name="Google Shape;85;p1"/>
          <p:cNvSpPr/>
          <p:nvPr/>
        </p:nvSpPr>
        <p:spPr>
          <a:xfrm rot="2700000">
            <a:off x="4697773" y="1338252"/>
            <a:ext cx="54436" cy="72782"/>
          </a:xfrm>
          <a:prstGeom prst="rect">
            <a:avLst/>
          </a:prstGeom>
          <a:solidFill>
            <a:srgbClr val="C00000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tl" dir="2460000" dist="127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0"/>
              <a:buFont typeface="Malgun Gothic"/>
              <a:buNone/>
            </a:pPr>
            <a:r>
              <a:t/>
            </a:r>
            <a:endParaRPr b="0" i="0" sz="127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2098661" y="1497147"/>
            <a:ext cx="589022" cy="138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720"/>
              <a:buFont typeface="Malgun Gothic"/>
              <a:buNone/>
            </a:pPr>
            <a:r>
              <a:rPr b="1" i="0" lang="ko-KR" sz="900" u="none" cap="none" strike="noStrike">
                <a:solidFill>
                  <a:srgbClr val="C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착수</a:t>
            </a:r>
            <a:endParaRPr/>
          </a:p>
        </p:txBody>
      </p:sp>
      <p:sp>
        <p:nvSpPr>
          <p:cNvPr id="87" name="Google Shape;87;p1"/>
          <p:cNvSpPr/>
          <p:nvPr/>
        </p:nvSpPr>
        <p:spPr>
          <a:xfrm rot="2700000">
            <a:off x="2363458" y="1356202"/>
            <a:ext cx="54436" cy="72782"/>
          </a:xfrm>
          <a:prstGeom prst="rect">
            <a:avLst/>
          </a:prstGeom>
          <a:solidFill>
            <a:srgbClr val="C00000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tl" dir="2460000" dist="127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0"/>
              <a:buFont typeface="Malgun Gothic"/>
              <a:buNone/>
            </a:pPr>
            <a:r>
              <a:t/>
            </a:r>
            <a:endParaRPr b="0" i="0" sz="127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2458701" y="1499286"/>
            <a:ext cx="589022" cy="138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720"/>
              <a:buFont typeface="Malgun Gothic"/>
              <a:buNone/>
            </a:pPr>
            <a:r>
              <a:rPr b="1" i="0" lang="ko-KR" sz="900" u="none" cap="none" strike="noStrike">
                <a:solidFill>
                  <a:srgbClr val="C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계획</a:t>
            </a:r>
            <a:endParaRPr/>
          </a:p>
        </p:txBody>
      </p:sp>
      <p:sp>
        <p:nvSpPr>
          <p:cNvPr id="89" name="Google Shape;89;p1"/>
          <p:cNvSpPr/>
          <p:nvPr/>
        </p:nvSpPr>
        <p:spPr>
          <a:xfrm rot="2700000">
            <a:off x="2723498" y="1358341"/>
            <a:ext cx="54436" cy="72782"/>
          </a:xfrm>
          <a:prstGeom prst="rect">
            <a:avLst/>
          </a:prstGeom>
          <a:solidFill>
            <a:srgbClr val="C00000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tl" dir="2460000" dist="127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0"/>
              <a:buFont typeface="Malgun Gothic"/>
              <a:buNone/>
            </a:pPr>
            <a:r>
              <a:t/>
            </a:r>
            <a:endParaRPr b="0" i="0" sz="127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Status Label"/>
          <p:cNvSpPr txBox="1"/>
          <p:nvPr/>
        </p:nvSpPr>
        <p:spPr>
          <a:xfrm>
            <a:off x="5040000" y="1440000"/>
            <a:ext cx="2400000" cy="138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720"/>
              <a:buFont typeface="Malgun Gothic"/>
              <a:buNone/>
            </a:pPr>
            <a:r>
              <a:rPr b="1" i="0" lang="ko-KR" sz="900" u="none" cap="none" strike="noStrike">
                <a:solidFill>
                  <a:srgbClr val="C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현재 9W · 계획보다 2~3주 앞섬</a:t>
            </a:r>
            <a:endParaRPr b="1" i="0" sz="900" u="none" cap="none" strike="noStrike">
              <a:solidFill>
                <a:srgbClr val="C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2" name="Legend"/>
          <p:cNvSpPr txBox="1"/>
          <p:nvPr/>
        </p:nvSpPr>
        <p:spPr>
          <a:xfrm>
            <a:off x="5800000" y="4701503"/>
            <a:ext cx="3100000" cy="138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720"/>
              <a:buFont typeface="Arial"/>
              <a:buNone/>
            </a:pPr>
            <a:r>
              <a:rPr b="1" i="0" lang="ko-KR" sz="90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산출물 80개 중 완료 48 · 진행 27 · 계획 5 · 커밋 15개</a:t>
            </a:r>
            <a:endParaRPr b="1" i="0" sz="900" u="none" cap="none" strike="noStrike">
              <a:solidFill>
                <a:srgbClr val="262626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6" name="Google Shape;96;p2"/>
          <p:cNvGraphicFramePr/>
          <p:nvPr/>
        </p:nvGraphicFramePr>
        <p:xfrm>
          <a:off x="240971" y="62753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{66A8077F-D876-4FD2-8D97-C0EC8139406F}</a:tableStyleId>
              </a:tblPr>
              <a:tblGrid>
                <a:gridCol w="835000"/>
                <a:gridCol w="492375"/>
                <a:gridCol w="492375"/>
                <a:gridCol w="492375"/>
                <a:gridCol w="492375"/>
                <a:gridCol w="492375"/>
                <a:gridCol w="492375"/>
                <a:gridCol w="492375"/>
                <a:gridCol w="492375"/>
                <a:gridCol w="492375"/>
                <a:gridCol w="492375"/>
                <a:gridCol w="492375"/>
                <a:gridCol w="492375"/>
                <a:gridCol w="492375"/>
                <a:gridCol w="492375"/>
                <a:gridCol w="492375"/>
                <a:gridCol w="492375"/>
              </a:tblGrid>
              <a:tr h="231625"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b="1" lang="ko-KR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구분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gridSpan="5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b="1" lang="ko-KR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9월</a:t>
                      </a:r>
                      <a:endParaRPr b="1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hMerge="1"/>
                <a:tc hMerge="1"/>
                <a:tc hMerge="1"/>
                <a:tc hMerge="1"/>
                <a:tc grid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b="1" lang="ko-KR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10월</a:t>
                      </a:r>
                      <a:endParaRPr b="1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hMerge="1"/>
                <a:tc hMerge="1"/>
                <a:tc hMerge="1"/>
                <a:tc grid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b="1" lang="ko-KR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11월</a:t>
                      </a:r>
                      <a:endParaRPr b="1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hMerge="1"/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b="1" lang="ko-KR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12월</a:t>
                      </a:r>
                      <a:endParaRPr b="1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hMerge="1"/>
                <a:tc hMerge="1"/>
              </a:tr>
              <a:tr h="23162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b="1" lang="ko-KR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1W</a:t>
                      </a:r>
                      <a:endParaRPr b="1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b="1" lang="ko-KR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2W</a:t>
                      </a:r>
                      <a:endParaRPr b="1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b="1" lang="ko-KR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3W</a:t>
                      </a:r>
                      <a:endParaRPr b="1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b="1" lang="ko-KR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4W</a:t>
                      </a:r>
                      <a:endParaRPr b="1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b="1" lang="ko-KR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5W</a:t>
                      </a:r>
                      <a:endParaRPr b="1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b="1" lang="ko-KR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6W</a:t>
                      </a:r>
                      <a:endParaRPr b="1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b="1" lang="ko-KR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7W</a:t>
                      </a:r>
                      <a:endParaRPr b="1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b="1" lang="ko-KR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8W</a:t>
                      </a:r>
                      <a:endParaRPr b="1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b="1" lang="ko-KR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9W</a:t>
                      </a:r>
                      <a:endParaRPr b="1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b="1" lang="ko-KR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10W</a:t>
                      </a:r>
                      <a:endParaRPr b="1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b="1" lang="ko-KR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11W</a:t>
                      </a:r>
                      <a:endParaRPr b="1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b="1" lang="ko-KR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12W</a:t>
                      </a:r>
                      <a:endParaRPr b="1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b="1" lang="ko-KR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13W</a:t>
                      </a:r>
                      <a:endParaRPr b="1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b="1" lang="ko-KR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14W</a:t>
                      </a:r>
                      <a:endParaRPr b="1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b="1" lang="ko-KR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15W</a:t>
                      </a:r>
                      <a:endParaRPr b="1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b="1" lang="ko-KR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보강</a:t>
                      </a:r>
                      <a:endParaRPr b="1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  <a:tr h="583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b="1" lang="ko-KR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마일스톤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65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b="1" lang="ko-KR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성과목표</a:t>
                      </a:r>
                      <a:endParaRPr b="1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b="1" lang="ko-KR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및 Epic</a:t>
                      </a:r>
                      <a:endParaRPr b="1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612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b="1" lang="ko-KR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공통 및 아키텍터</a:t>
                      </a:r>
                      <a:endParaRPr b="1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68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b="1" lang="ko-KR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UI/UX</a:t>
                      </a:r>
                      <a:endParaRPr b="1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03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b="1" lang="ko-KR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F/E</a:t>
                      </a:r>
                      <a:endParaRPr b="1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08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b="1" lang="ko-KR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B/E</a:t>
                      </a:r>
                      <a:endParaRPr b="1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2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b="1" lang="ko-KR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IF(API)</a:t>
                      </a:r>
                      <a:endParaRPr b="1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1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b="1" lang="ko-KR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기타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97" name="Google Shape;97;p2"/>
          <p:cNvSpPr txBox="1"/>
          <p:nvPr/>
        </p:nvSpPr>
        <p:spPr>
          <a:xfrm>
            <a:off x="251520" y="88983"/>
            <a:ext cx="4320480" cy="252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4058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Malgun Gothic"/>
              <a:buNone/>
            </a:pPr>
            <a:r>
              <a:rPr b="1" i="0" lang="ko-KR" sz="17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앞볼래 트랙별 세부 계획</a:t>
            </a:r>
            <a:endParaRPr/>
          </a:p>
        </p:txBody>
      </p:sp>
      <p:sp>
        <p:nvSpPr>
          <p:cNvPr id="98" name="Google Shape;98;p2"/>
          <p:cNvSpPr txBox="1"/>
          <p:nvPr/>
        </p:nvSpPr>
        <p:spPr>
          <a:xfrm>
            <a:off x="6336198" y="51472"/>
            <a:ext cx="2556284" cy="2887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55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주차 별 진행 방향</a:t>
            </a:r>
            <a:endParaRPr b="0" i="0" sz="17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9" name="Google Shape;99;p2"/>
          <p:cNvSpPr txBox="1"/>
          <p:nvPr/>
        </p:nvSpPr>
        <p:spPr>
          <a:xfrm>
            <a:off x="251520" y="4701503"/>
            <a:ext cx="5490030" cy="138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720"/>
              <a:buFont typeface="Arial"/>
              <a:buNone/>
            </a:pPr>
            <a:r>
              <a:rPr b="1" i="0" lang="ko-KR" sz="90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* 프로젝트 수행 일정 및 학교 내부 현황에 따라 일정은 조정 함.</a:t>
            </a:r>
            <a:endParaRPr b="1" i="0" sz="900" u="none" cap="none" strike="noStrike">
              <a:solidFill>
                <a:srgbClr val="262626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0" name="Google Shape;100;p2"/>
          <p:cNvSpPr txBox="1"/>
          <p:nvPr/>
        </p:nvSpPr>
        <p:spPr>
          <a:xfrm>
            <a:off x="7020272" y="469342"/>
            <a:ext cx="1872208" cy="138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720"/>
              <a:buFont typeface="Arial"/>
              <a:buNone/>
            </a:pPr>
            <a:r>
              <a:rPr b="0" i="1" lang="ko-KR" sz="90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작성일: 2026-10-26 (v2.0)</a:t>
            </a:r>
            <a:endParaRPr b="0" i="1" sz="900" u="none" cap="none" strike="noStrike">
              <a:solidFill>
                <a:srgbClr val="262626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descr="강-5단" id="101" name="Google Shape;101;p2"/>
          <p:cNvSpPr/>
          <p:nvPr/>
        </p:nvSpPr>
        <p:spPr>
          <a:xfrm>
            <a:off x="2540203" y="1131814"/>
            <a:ext cx="959166" cy="156622"/>
          </a:xfrm>
          <a:prstGeom prst="rect">
            <a:avLst/>
          </a:prstGeom>
          <a:solidFill>
            <a:srgbClr val="85A0CC"/>
          </a:solidFill>
          <a:ln cap="flat" cmpd="sng" w="9525">
            <a:solidFill>
              <a:srgbClr val="0C41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1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00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Sprint #1</a:t>
            </a:r>
            <a:endParaRPr b="1" i="0" sz="1000" u="none" cap="none" strike="noStrike">
              <a:solidFill>
                <a:srgbClr val="262626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descr="강-5단" id="102" name="Google Shape;102;p2"/>
          <p:cNvSpPr/>
          <p:nvPr/>
        </p:nvSpPr>
        <p:spPr>
          <a:xfrm>
            <a:off x="3546957" y="1132860"/>
            <a:ext cx="960120" cy="156622"/>
          </a:xfrm>
          <a:prstGeom prst="rect">
            <a:avLst/>
          </a:prstGeom>
          <a:solidFill>
            <a:srgbClr val="85A0CC"/>
          </a:solidFill>
          <a:ln cap="flat" cmpd="sng" w="9525">
            <a:solidFill>
              <a:srgbClr val="0C41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1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00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Sprint #2</a:t>
            </a:r>
            <a:endParaRPr b="1" i="0" sz="1000" u="none" cap="none" strike="noStrike">
              <a:solidFill>
                <a:srgbClr val="262626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descr="강-5단" id="103" name="Google Shape;103;p2"/>
          <p:cNvSpPr/>
          <p:nvPr/>
        </p:nvSpPr>
        <p:spPr>
          <a:xfrm>
            <a:off x="4513538" y="1131814"/>
            <a:ext cx="1008000" cy="156622"/>
          </a:xfrm>
          <a:prstGeom prst="rect">
            <a:avLst/>
          </a:prstGeom>
          <a:solidFill>
            <a:srgbClr val="85A0CC"/>
          </a:solidFill>
          <a:ln cap="flat" cmpd="sng" w="9525">
            <a:solidFill>
              <a:srgbClr val="0C41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1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00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Sprint #3</a:t>
            </a:r>
            <a:endParaRPr b="1" i="0" sz="1000" u="none" cap="none" strike="noStrike">
              <a:solidFill>
                <a:srgbClr val="262626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descr="강-5단" id="104" name="Google Shape;104;p2"/>
          <p:cNvSpPr/>
          <p:nvPr/>
        </p:nvSpPr>
        <p:spPr>
          <a:xfrm>
            <a:off x="5544108" y="1131590"/>
            <a:ext cx="959166" cy="156622"/>
          </a:xfrm>
          <a:prstGeom prst="rect">
            <a:avLst/>
          </a:prstGeom>
          <a:solidFill>
            <a:srgbClr val="85A0CC"/>
          </a:solidFill>
          <a:ln cap="flat" cmpd="sng" w="9525">
            <a:solidFill>
              <a:srgbClr val="0C41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1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00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Sprint #4</a:t>
            </a:r>
            <a:endParaRPr b="1" i="0" sz="1000" u="none" cap="none" strike="noStrike">
              <a:solidFill>
                <a:srgbClr val="262626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descr="강-5단" id="105" name="Google Shape;105;p2"/>
          <p:cNvSpPr/>
          <p:nvPr/>
        </p:nvSpPr>
        <p:spPr>
          <a:xfrm>
            <a:off x="6516216" y="1131590"/>
            <a:ext cx="959166" cy="156622"/>
          </a:xfrm>
          <a:prstGeom prst="rect">
            <a:avLst/>
          </a:prstGeom>
          <a:solidFill>
            <a:srgbClr val="85A0CC"/>
          </a:solidFill>
          <a:ln cap="flat" cmpd="sng" w="9525">
            <a:solidFill>
              <a:srgbClr val="0C41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1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00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Sprint #5</a:t>
            </a:r>
            <a:endParaRPr b="1" i="0" sz="1000" u="none" cap="none" strike="noStrike">
              <a:solidFill>
                <a:srgbClr val="262626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descr="강-3단" id="106" name="Google Shape;106;p2"/>
          <p:cNvSpPr/>
          <p:nvPr/>
        </p:nvSpPr>
        <p:spPr>
          <a:xfrm>
            <a:off x="3546957" y="1676731"/>
            <a:ext cx="960120" cy="432048"/>
          </a:xfrm>
          <a:prstGeom prst="rect">
            <a:avLst/>
          </a:prstGeom>
          <a:solidFill>
            <a:srgbClr val="E0E7F2"/>
          </a:solidFill>
          <a:ln cap="flat" cmpd="sng" w="9525">
            <a:solidFill>
              <a:srgbClr val="0C41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36000" spcFirstLastPara="1" rIns="36000" wrap="square" tIns="36000">
            <a:noAutofit/>
          </a:bodyPr>
          <a:lstStyle/>
          <a:p>
            <a:pPr indent="-87313" lvl="1" marL="87313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"/>
              <a:buFont typeface="Arial"/>
              <a:buChar char="•"/>
            </a:pPr>
            <a:r>
              <a:rPr b="1" i="0" lang="ko-KR" sz="80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맵매칭·목적지 경로·UTIC·탭 4개 (완료)</a:t>
            </a:r>
            <a:endParaRPr/>
          </a:p>
        </p:txBody>
      </p:sp>
      <p:sp>
        <p:nvSpPr>
          <p:cNvPr descr="강-3단" id="107" name="Google Shape;107;p2"/>
          <p:cNvSpPr/>
          <p:nvPr/>
        </p:nvSpPr>
        <p:spPr>
          <a:xfrm>
            <a:off x="4538136" y="1678423"/>
            <a:ext cx="959166" cy="432048"/>
          </a:xfrm>
          <a:prstGeom prst="rect">
            <a:avLst/>
          </a:prstGeom>
          <a:solidFill>
            <a:srgbClr val="E0E7F2"/>
          </a:solidFill>
          <a:ln cap="flat" cmpd="sng" w="9525">
            <a:solidFill>
              <a:srgbClr val="0C41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36000" spcFirstLastPara="1" rIns="36000" wrap="square" tIns="36000">
            <a:noAutofit/>
          </a:bodyPr>
          <a:lstStyle/>
          <a:p>
            <a:pPr indent="-87313" lvl="1" marL="87313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"/>
              <a:buFont typeface="Arial"/>
              <a:buChar char="•"/>
            </a:pPr>
            <a:r>
              <a:rPr b="1" i="0" lang="ko-KR" sz="80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중간발표(10/21), 국내 서버 이전·AI 착수</a:t>
            </a:r>
            <a:endParaRPr/>
          </a:p>
        </p:txBody>
      </p:sp>
      <p:sp>
        <p:nvSpPr>
          <p:cNvPr descr="강-3단" id="108" name="Google Shape;108;p2"/>
          <p:cNvSpPr/>
          <p:nvPr/>
        </p:nvSpPr>
        <p:spPr>
          <a:xfrm>
            <a:off x="5521651" y="1687335"/>
            <a:ext cx="959166" cy="432048"/>
          </a:xfrm>
          <a:prstGeom prst="rect">
            <a:avLst/>
          </a:prstGeom>
          <a:solidFill>
            <a:srgbClr val="E0E7F2"/>
          </a:solidFill>
          <a:ln cap="flat" cmpd="sng" w="9525">
            <a:solidFill>
              <a:srgbClr val="0C41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36000" spcFirstLastPara="1" rIns="36000" wrap="square" tIns="36000">
            <a:noAutofit/>
          </a:bodyPr>
          <a:lstStyle/>
          <a:p>
            <a:pPr indent="-87313" lvl="1" marL="87313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"/>
              <a:buFont typeface="Arial"/>
              <a:buChar char="•"/>
            </a:pPr>
            <a:r>
              <a:rPr b="1" i="0" lang="ko-KR" sz="80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AI 차 검출 · 안드로이드 앱 완성(11W)</a:t>
            </a:r>
            <a:endParaRPr/>
          </a:p>
        </p:txBody>
      </p:sp>
      <p:sp>
        <p:nvSpPr>
          <p:cNvPr descr="강-3단" id="109" name="Google Shape;109;p2"/>
          <p:cNvSpPr/>
          <p:nvPr/>
        </p:nvSpPr>
        <p:spPr>
          <a:xfrm>
            <a:off x="6502671" y="1689706"/>
            <a:ext cx="972712" cy="432048"/>
          </a:xfrm>
          <a:prstGeom prst="rect">
            <a:avLst/>
          </a:prstGeom>
          <a:solidFill>
            <a:srgbClr val="E0E7F2"/>
          </a:solidFill>
          <a:ln cap="flat" cmpd="sng" w="9525">
            <a:solidFill>
              <a:srgbClr val="0C41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36000" spcFirstLastPara="1" rIns="36000" wrap="square" tIns="36000">
            <a:noAutofit/>
          </a:bodyPr>
          <a:lstStyle/>
          <a:p>
            <a:pPr indent="-87313" lvl="1" marL="87313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"/>
              <a:buFont typeface="Arial"/>
              <a:buChar char="•"/>
            </a:pPr>
            <a:r>
              <a:rPr b="1" i="0" lang="ko-KR" sz="80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실제 주행 20곳 90% · 사용성 10명</a:t>
            </a:r>
            <a:endParaRPr/>
          </a:p>
        </p:txBody>
      </p:sp>
      <p:sp>
        <p:nvSpPr>
          <p:cNvPr descr="강-3단" id="110" name="Google Shape;110;p2"/>
          <p:cNvSpPr/>
          <p:nvPr/>
        </p:nvSpPr>
        <p:spPr>
          <a:xfrm>
            <a:off x="2562148" y="1671650"/>
            <a:ext cx="959166" cy="432048"/>
          </a:xfrm>
          <a:prstGeom prst="rect">
            <a:avLst/>
          </a:prstGeom>
          <a:solidFill>
            <a:srgbClr val="E0E7F2"/>
          </a:solidFill>
          <a:ln cap="flat" cmpd="sng" w="9525">
            <a:solidFill>
              <a:srgbClr val="0C41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36000" spcFirstLastPara="1" rIns="36000" wrap="square" tIns="36000">
            <a:noAutofit/>
          </a:bodyPr>
          <a:lstStyle/>
          <a:p>
            <a:pPr indent="-87313" lvl="1" marL="87313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"/>
              <a:buFont typeface="Arial"/>
              <a:buChar char="•"/>
            </a:pPr>
            <a:r>
              <a:rPr b="1" i="0" lang="ko-KR" sz="80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요구사항·설계 + 실제 CCTV 재생·돌발 (완료)</a:t>
            </a:r>
            <a:endParaRPr/>
          </a:p>
        </p:txBody>
      </p:sp>
      <p:sp>
        <p:nvSpPr>
          <p:cNvPr descr="강-5단" id="111" name="Google Shape;111;p2"/>
          <p:cNvSpPr/>
          <p:nvPr/>
        </p:nvSpPr>
        <p:spPr>
          <a:xfrm>
            <a:off x="7497236" y="1134224"/>
            <a:ext cx="959166" cy="156622"/>
          </a:xfrm>
          <a:prstGeom prst="rect">
            <a:avLst/>
          </a:prstGeom>
          <a:solidFill>
            <a:srgbClr val="85A0CC"/>
          </a:solidFill>
          <a:ln cap="flat" cmpd="sng" w="9525">
            <a:solidFill>
              <a:srgbClr val="0C41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1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Retrospective</a:t>
            </a:r>
            <a:endParaRPr b="1" i="0" sz="1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descr="강-5단" id="112" name="Google Shape;112;p2"/>
          <p:cNvSpPr/>
          <p:nvPr/>
        </p:nvSpPr>
        <p:spPr>
          <a:xfrm>
            <a:off x="2065629" y="1138363"/>
            <a:ext cx="482803" cy="156622"/>
          </a:xfrm>
          <a:prstGeom prst="rect">
            <a:avLst/>
          </a:prstGeom>
          <a:solidFill>
            <a:srgbClr val="85A0CC"/>
          </a:solidFill>
          <a:ln cap="flat" cmpd="sng" w="9525">
            <a:solidFill>
              <a:srgbClr val="0C41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none" tIns="0">
            <a:noAutofit/>
          </a:bodyPr>
          <a:lstStyle/>
          <a:p>
            <a:pPr indent="0" lvl="1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75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Inception</a:t>
            </a:r>
            <a:endParaRPr b="1" i="0" sz="1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3" name="Google Shape;113;p2"/>
          <p:cNvSpPr txBox="1"/>
          <p:nvPr/>
        </p:nvSpPr>
        <p:spPr>
          <a:xfrm>
            <a:off x="7674908" y="1497147"/>
            <a:ext cx="1080121" cy="138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720"/>
              <a:buFont typeface="Malgun Gothic"/>
              <a:buNone/>
            </a:pPr>
            <a:r>
              <a:rPr b="1" i="0" lang="ko-KR" sz="900" u="none" cap="none" strike="noStrike">
                <a:solidFill>
                  <a:srgbClr val="C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최종 발표·종료</a:t>
            </a:r>
            <a:endParaRPr/>
          </a:p>
        </p:txBody>
      </p:sp>
      <p:sp>
        <p:nvSpPr>
          <p:cNvPr id="114" name="Google Shape;114;p2"/>
          <p:cNvSpPr/>
          <p:nvPr/>
        </p:nvSpPr>
        <p:spPr>
          <a:xfrm rot="2700000">
            <a:off x="8187751" y="1356202"/>
            <a:ext cx="54436" cy="72782"/>
          </a:xfrm>
          <a:prstGeom prst="rect">
            <a:avLst/>
          </a:prstGeom>
          <a:solidFill>
            <a:srgbClr val="C00000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tl" dir="2460000" dist="127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0"/>
              <a:buFont typeface="Malgun Gothic"/>
              <a:buNone/>
            </a:pPr>
            <a:r>
              <a:t/>
            </a:r>
            <a:endParaRPr b="0" i="0" sz="127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2"/>
          <p:cNvSpPr txBox="1"/>
          <p:nvPr/>
        </p:nvSpPr>
        <p:spPr>
          <a:xfrm>
            <a:off x="971600" y="1497147"/>
            <a:ext cx="904750" cy="138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720"/>
              <a:buFont typeface="Malgun Gothic"/>
              <a:buNone/>
            </a:pPr>
            <a:r>
              <a:rPr b="1" i="0" lang="ko-KR" sz="900" u="none" cap="none" strike="noStrike">
                <a:solidFill>
                  <a:srgbClr val="C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오리엔테이션</a:t>
            </a:r>
            <a:endParaRPr/>
          </a:p>
        </p:txBody>
      </p:sp>
      <p:sp>
        <p:nvSpPr>
          <p:cNvPr id="116" name="Google Shape;116;p2"/>
          <p:cNvSpPr/>
          <p:nvPr/>
        </p:nvSpPr>
        <p:spPr>
          <a:xfrm rot="2700000">
            <a:off x="1280455" y="1356895"/>
            <a:ext cx="72000" cy="72782"/>
          </a:xfrm>
          <a:prstGeom prst="rect">
            <a:avLst/>
          </a:prstGeom>
          <a:solidFill>
            <a:srgbClr val="C00000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tl" dir="2460000" dist="127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0"/>
              <a:buFont typeface="Malgun Gothic"/>
              <a:buNone/>
            </a:pPr>
            <a:r>
              <a:t/>
            </a:r>
            <a:endParaRPr b="0" i="0" sz="127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2"/>
          <p:cNvSpPr txBox="1"/>
          <p:nvPr/>
        </p:nvSpPr>
        <p:spPr>
          <a:xfrm>
            <a:off x="4211959" y="1455626"/>
            <a:ext cx="1080121" cy="138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720"/>
              <a:buFont typeface="Malgun Gothic"/>
              <a:buNone/>
            </a:pPr>
            <a:r>
              <a:rPr b="1" i="0" lang="ko-KR" sz="900" u="none" cap="none" strike="noStrike">
                <a:solidFill>
                  <a:srgbClr val="C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중간발표</a:t>
            </a:r>
            <a:endParaRPr b="1" i="0" sz="900" u="none" cap="none" strike="noStrike">
              <a:solidFill>
                <a:srgbClr val="C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8" name="Google Shape;118;p2"/>
          <p:cNvSpPr/>
          <p:nvPr/>
        </p:nvSpPr>
        <p:spPr>
          <a:xfrm rot="2700000">
            <a:off x="4697773" y="1338252"/>
            <a:ext cx="54436" cy="72782"/>
          </a:xfrm>
          <a:prstGeom prst="rect">
            <a:avLst/>
          </a:prstGeom>
          <a:solidFill>
            <a:srgbClr val="C00000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tl" dir="2460000" dist="127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0"/>
              <a:buFont typeface="Malgun Gothic"/>
              <a:buNone/>
            </a:pPr>
            <a:r>
              <a:t/>
            </a:r>
            <a:endParaRPr b="0" i="0" sz="127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2"/>
          <p:cNvSpPr txBox="1"/>
          <p:nvPr/>
        </p:nvSpPr>
        <p:spPr>
          <a:xfrm>
            <a:off x="2098661" y="1497147"/>
            <a:ext cx="589022" cy="138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720"/>
              <a:buFont typeface="Malgun Gothic"/>
              <a:buNone/>
            </a:pPr>
            <a:r>
              <a:rPr b="1" i="0" lang="ko-KR" sz="900" u="none" cap="none" strike="noStrike">
                <a:solidFill>
                  <a:srgbClr val="C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착수</a:t>
            </a:r>
            <a:endParaRPr/>
          </a:p>
        </p:txBody>
      </p:sp>
      <p:sp>
        <p:nvSpPr>
          <p:cNvPr id="120" name="Google Shape;120;p2"/>
          <p:cNvSpPr/>
          <p:nvPr/>
        </p:nvSpPr>
        <p:spPr>
          <a:xfrm rot="2700000">
            <a:off x="2363458" y="1356202"/>
            <a:ext cx="54436" cy="72782"/>
          </a:xfrm>
          <a:prstGeom prst="rect">
            <a:avLst/>
          </a:prstGeom>
          <a:solidFill>
            <a:srgbClr val="C00000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tl" dir="2460000" dist="127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0"/>
              <a:buFont typeface="Malgun Gothic"/>
              <a:buNone/>
            </a:pPr>
            <a:r>
              <a:t/>
            </a:r>
            <a:endParaRPr b="0" i="0" sz="127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2"/>
          <p:cNvSpPr txBox="1"/>
          <p:nvPr/>
        </p:nvSpPr>
        <p:spPr>
          <a:xfrm>
            <a:off x="2458701" y="1499286"/>
            <a:ext cx="589022" cy="138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720"/>
              <a:buFont typeface="Malgun Gothic"/>
              <a:buNone/>
            </a:pPr>
            <a:r>
              <a:rPr b="1" i="0" lang="ko-KR" sz="900" u="none" cap="none" strike="noStrike">
                <a:solidFill>
                  <a:srgbClr val="C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계획</a:t>
            </a:r>
            <a:endParaRPr/>
          </a:p>
        </p:txBody>
      </p:sp>
      <p:sp>
        <p:nvSpPr>
          <p:cNvPr id="122" name="Google Shape;122;p2"/>
          <p:cNvSpPr/>
          <p:nvPr/>
        </p:nvSpPr>
        <p:spPr>
          <a:xfrm rot="2700000">
            <a:off x="2723498" y="1358341"/>
            <a:ext cx="54436" cy="72782"/>
          </a:xfrm>
          <a:prstGeom prst="rect">
            <a:avLst/>
          </a:prstGeom>
          <a:solidFill>
            <a:srgbClr val="C00000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tl" dir="2460000" dist="127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0"/>
              <a:buFont typeface="Malgun Gothic"/>
              <a:buNone/>
            </a:pPr>
            <a:r>
              <a:t/>
            </a:r>
            <a:endParaRPr b="0" i="0" sz="127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Rounded Rectangle 124"/>
          <p:cNvSpPr/>
          <p:nvPr/>
        </p:nvSpPr>
        <p:spPr>
          <a:xfrm>
            <a:off x="2088153" y="2167115"/>
            <a:ext cx="437511" cy="557211"/>
          </a:xfrm>
          <a:prstGeom prst="roundRect">
            <a:avLst>
              <a:gd name="adj" fmla="val 12000"/>
            </a:avLst>
          </a:prstGeom>
          <a:solidFill>
            <a:srgbClr val="E9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0" bIns="0"/>
          <a:lstStyle/>
          <a:p>
            <a:pPr algn="ctr"/>
            <a:r>
              <a:rPr sz="700">
                <a:solidFill>
                  <a:srgbClr val="263248"/>
                </a:solidFill>
                <a:latin typeface="Malgun Gothic"/>
                <a:ea typeface="Malgun Gothic"/>
              </a:rPr>
              <a:t>주제</a:t>
            </a:r>
          </a:p>
          <a:p>
            <a:pPr algn="ctr"/>
            <a:r>
              <a:rPr sz="700">
                <a:solidFill>
                  <a:srgbClr val="263248"/>
                </a:solidFill>
                <a:latin typeface="Malgun Gothic"/>
                <a:ea typeface="Malgun Gothic"/>
              </a:rPr>
              <a:t>확정</a:t>
            </a:r>
          </a:p>
          <a:p>
            <a:pPr algn="ctr"/>
            <a:r>
              <a:rPr sz="700">
                <a:solidFill>
                  <a:srgbClr val="263248"/>
                </a:solidFill>
                <a:latin typeface="Malgun Gothic"/>
                <a:ea typeface="Malgun Gothic"/>
              </a:rPr>
              <a:t>범위</a:t>
            </a:r>
          </a:p>
          <a:p>
            <a:pPr algn="ctr"/>
            <a:r>
              <a:rPr sz="700">
                <a:solidFill>
                  <a:srgbClr val="263248"/>
                </a:solidFill>
                <a:latin typeface="Malgun Gothic"/>
                <a:ea typeface="Malgun Gothic"/>
              </a:rPr>
              <a:t>정의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2580528" y="2167115"/>
            <a:ext cx="929886" cy="557211"/>
          </a:xfrm>
          <a:prstGeom prst="roundRect">
            <a:avLst>
              <a:gd name="adj" fmla="val 12000"/>
            </a:avLst>
          </a:prstGeom>
          <a:solidFill>
            <a:srgbClr val="E9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700">
                <a:solidFill>
                  <a:srgbClr val="263248"/>
                </a:solidFill>
                <a:latin typeface="Malgun Gothic"/>
                <a:ea typeface="Malgun Gothic"/>
              </a:rPr>
              <a:t>✓ 구성도·OSS 확정</a:t>
            </a:r>
          </a:p>
          <a:p>
            <a:pPr algn="ctr"/>
            <a:r>
              <a:rPr sz="700">
                <a:solidFill>
                  <a:srgbClr val="263248"/>
                </a:solidFill>
                <a:latin typeface="Malgun Gothic"/>
                <a:ea typeface="Malgun Gothic"/>
              </a:rPr>
              <a:t>✓ 내 앞 선별</a:t>
            </a:r>
          </a:p>
          <a:p>
            <a:pPr algn="ctr"/>
            <a:r>
              <a:rPr sz="700">
                <a:solidFill>
                  <a:srgbClr val="263248"/>
                </a:solidFill>
                <a:latin typeface="Malgun Gothic"/>
                <a:ea typeface="Malgun Gothic"/>
              </a:rPr>
              <a:t>±30°·5km 부채꼴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3565278" y="2167115"/>
            <a:ext cx="929886" cy="557211"/>
          </a:xfrm>
          <a:prstGeom prst="roundRect">
            <a:avLst>
              <a:gd name="adj" fmla="val 12000"/>
            </a:avLst>
          </a:prstGeom>
          <a:solidFill>
            <a:srgbClr val="E9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700">
                <a:solidFill>
                  <a:srgbClr val="263248"/>
                </a:solidFill>
                <a:latin typeface="Malgun Gothic"/>
                <a:ea typeface="Malgun Gothic"/>
              </a:rPr>
              <a:t>✓ 도로 맵매칭</a:t>
            </a:r>
          </a:p>
          <a:p>
            <a:pPr algn="ctr"/>
            <a:r>
              <a:rPr sz="700">
                <a:solidFill>
                  <a:srgbClr val="263248"/>
                </a:solidFill>
                <a:latin typeface="Malgun Gothic"/>
                <a:ea typeface="Malgun Gothic"/>
              </a:rPr>
              <a:t>(도로 앞 6km만)</a:t>
            </a:r>
          </a:p>
          <a:p>
            <a:pPr algn="ctr"/>
            <a:r>
              <a:rPr sz="700">
                <a:solidFill>
                  <a:srgbClr val="263248"/>
                </a:solidFill>
                <a:latin typeface="Malgun Gothic"/>
                <a:ea typeface="Malgun Gothic"/>
              </a:rPr>
              <a:t>✓ 경로 위 CCTV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4550028" y="2167115"/>
            <a:ext cx="929886" cy="557211"/>
          </a:xfrm>
          <a:prstGeom prst="roundRect">
            <a:avLst>
              <a:gd name="adj" fmla="val 12000"/>
            </a:avLst>
          </a:prstGeom>
          <a:solidFill>
            <a:srgbClr val="E9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700">
                <a:solidFill>
                  <a:srgbClr val="263248"/>
                </a:solidFill>
                <a:latin typeface="Malgun Gothic"/>
                <a:ea typeface="Malgun Gothic"/>
              </a:rPr>
              <a:t>✓ 중간발표 (10/21)</a:t>
            </a:r>
          </a:p>
          <a:p>
            <a:pPr algn="ctr"/>
            <a:r>
              <a:rPr sz="700">
                <a:solidFill>
                  <a:srgbClr val="263248"/>
                </a:solidFill>
                <a:latin typeface="Malgun Gothic"/>
                <a:ea typeface="Malgun Gothic"/>
              </a:rPr>
              <a:t>국내 IP 서버 이전</a:t>
            </a:r>
          </a:p>
          <a:p>
            <a:pPr algn="ctr"/>
            <a:r>
              <a:rPr sz="700">
                <a:solidFill>
                  <a:srgbClr val="263248"/>
                </a:solidFill>
                <a:latin typeface="Malgun Gothic"/>
                <a:ea typeface="Malgun Gothic"/>
              </a:rPr>
              <a:t>AI 차 검출 착수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5534778" y="2167115"/>
            <a:ext cx="929886" cy="557211"/>
          </a:xfrm>
          <a:prstGeom prst="roundRect">
            <a:avLst>
              <a:gd name="adj" fmla="val 12000"/>
            </a:avLst>
          </a:prstGeom>
          <a:solidFill>
            <a:srgbClr val="E9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700">
                <a:solidFill>
                  <a:srgbClr val="263248"/>
                </a:solidFill>
                <a:latin typeface="Malgun Gothic"/>
                <a:ea typeface="Malgun Gothic"/>
              </a:rPr>
              <a:t>AI 우리 차 찾기</a:t>
            </a:r>
          </a:p>
          <a:p>
            <a:pPr algn="ctr"/>
            <a:r>
              <a:rPr sz="700">
                <a:solidFill>
                  <a:srgbClr val="263248"/>
                </a:solidFill>
                <a:latin typeface="Malgun Gothic"/>
                <a:ea typeface="Malgun Gothic"/>
              </a:rPr>
              <a:t>AI 앞길 자동 기록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6519528" y="2167115"/>
            <a:ext cx="929886" cy="557211"/>
          </a:xfrm>
          <a:prstGeom prst="roundRect">
            <a:avLst>
              <a:gd name="adj" fmla="val 12000"/>
            </a:avLst>
          </a:prstGeom>
          <a:solidFill>
            <a:srgbClr val="E9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700">
                <a:solidFill>
                  <a:srgbClr val="263248"/>
                </a:solidFill>
                <a:latin typeface="Malgun Gothic"/>
                <a:ea typeface="Malgun Gothic"/>
              </a:rPr>
              <a:t>20곳 정확도 90%</a:t>
            </a:r>
          </a:p>
          <a:p>
            <a:pPr algn="ctr"/>
            <a:r>
              <a:rPr sz="700">
                <a:solidFill>
                  <a:srgbClr val="263248"/>
                </a:solidFill>
                <a:latin typeface="Malgun Gothic"/>
                <a:ea typeface="Malgun Gothic"/>
              </a:rPr>
              <a:t>AI 정확도 80%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7504278" y="2167115"/>
            <a:ext cx="929886" cy="557211"/>
          </a:xfrm>
          <a:prstGeom prst="roundRect">
            <a:avLst>
              <a:gd name="adj" fmla="val 12000"/>
            </a:avLst>
          </a:prstGeom>
          <a:solidFill>
            <a:srgbClr val="E9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700">
                <a:solidFill>
                  <a:srgbClr val="263248"/>
                </a:solidFill>
                <a:latin typeface="Malgun Gothic"/>
                <a:ea typeface="Malgun Gothic"/>
              </a:rPr>
              <a:t>결과 보고 보정</a:t>
            </a:r>
          </a:p>
          <a:p>
            <a:pPr algn="ctr"/>
            <a:r>
              <a:rPr sz="700">
                <a:solidFill>
                  <a:srgbClr val="263248"/>
                </a:solidFill>
                <a:latin typeface="Malgun Gothic"/>
                <a:ea typeface="Malgun Gothic"/>
              </a:rPr>
              <a:t>피드백 반영</a:t>
            </a:r>
          </a:p>
          <a:p>
            <a:pPr algn="ctr"/>
            <a:r>
              <a:rPr sz="700">
                <a:solidFill>
                  <a:srgbClr val="263248"/>
                </a:solidFill>
                <a:latin typeface="Malgun Gothic"/>
                <a:ea typeface="Malgun Gothic"/>
              </a:rPr>
              <a:t>최종 발표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2088153" y="2779190"/>
            <a:ext cx="437511" cy="413186"/>
          </a:xfrm>
          <a:prstGeom prst="roundRect">
            <a:avLst>
              <a:gd name="adj" fmla="val 12000"/>
            </a:avLst>
          </a:prstGeom>
          <a:solidFill>
            <a:srgbClr val="E9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0" bIns="0"/>
          <a:lstStyle/>
          <a:p>
            <a:pPr algn="ctr"/>
            <a:r>
              <a:rPr sz="700">
                <a:solidFill>
                  <a:srgbClr val="263248"/>
                </a:solidFill>
                <a:latin typeface="Malgun Gothic"/>
                <a:ea typeface="Malgun Gothic"/>
              </a:rPr>
              <a:t>기존 앱</a:t>
            </a:r>
          </a:p>
          <a:p>
            <a:pPr algn="ctr"/>
            <a:r>
              <a:rPr sz="700">
                <a:solidFill>
                  <a:srgbClr val="263248"/>
                </a:solidFill>
                <a:latin typeface="Malgun Gothic"/>
                <a:ea typeface="Malgun Gothic"/>
              </a:rPr>
              <a:t>흐름</a:t>
            </a:r>
          </a:p>
          <a:p>
            <a:pPr algn="ctr"/>
            <a:r>
              <a:rPr sz="700">
                <a:solidFill>
                  <a:srgbClr val="263248"/>
                </a:solidFill>
                <a:latin typeface="Malgun Gothic"/>
                <a:ea typeface="Malgun Gothic"/>
              </a:rPr>
              <a:t>분석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2580528" y="2779190"/>
            <a:ext cx="929886" cy="413186"/>
          </a:xfrm>
          <a:prstGeom prst="roundRect">
            <a:avLst>
              <a:gd name="adj" fmla="val 12000"/>
            </a:avLst>
          </a:prstGeom>
          <a:solidFill>
            <a:srgbClr val="E9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700">
                <a:solidFill>
                  <a:srgbClr val="263248"/>
                </a:solidFill>
                <a:latin typeface="Malgun Gothic"/>
                <a:ea typeface="Malgun Gothic"/>
              </a:rPr>
              <a:t>✓ 사용자 시나리오</a:t>
            </a:r>
          </a:p>
          <a:p>
            <a:pPr algn="ctr"/>
            <a:r>
              <a:rPr sz="700">
                <a:solidFill>
                  <a:srgbClr val="263248"/>
                </a:solidFill>
                <a:latin typeface="Malgun Gothic"/>
                <a:ea typeface="Malgun Gothic"/>
              </a:rPr>
              <a:t>✓ 동승자 확인 화면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3565278" y="2779190"/>
            <a:ext cx="929886" cy="413186"/>
          </a:xfrm>
          <a:prstGeom prst="roundRect">
            <a:avLst>
              <a:gd name="adj" fmla="val 12000"/>
            </a:avLst>
          </a:prstGeom>
          <a:solidFill>
            <a:srgbClr val="E9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700">
                <a:solidFill>
                  <a:srgbClr val="263248"/>
                </a:solidFill>
                <a:latin typeface="Malgun Gothic"/>
                <a:ea typeface="Malgun Gothic"/>
              </a:rPr>
              <a:t>✓ 탭 4개</a:t>
            </a:r>
          </a:p>
          <a:p>
            <a:pPr algn="ctr"/>
            <a:r>
              <a:rPr sz="700">
                <a:solidFill>
                  <a:srgbClr val="263248"/>
                </a:solidFill>
                <a:latin typeface="Malgun Gothic"/>
                <a:ea typeface="Malgun Gothic"/>
              </a:rPr>
              <a:t>✓ 새 주행 화면</a:t>
            </a:r>
          </a:p>
          <a:p>
            <a:pPr algn="ctr"/>
            <a:r>
              <a:rPr sz="700">
                <a:solidFill>
                  <a:srgbClr val="263248"/>
                </a:solidFill>
                <a:latin typeface="Malgun Gothic"/>
                <a:ea typeface="Malgun Gothic"/>
              </a:rPr>
              <a:t>✓ 밤 모드·라이선스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4550028" y="2779190"/>
            <a:ext cx="929886" cy="413186"/>
          </a:xfrm>
          <a:prstGeom prst="roundRect">
            <a:avLst>
              <a:gd name="adj" fmla="val 12000"/>
            </a:avLst>
          </a:prstGeom>
          <a:solidFill>
            <a:srgbClr val="E9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700">
                <a:solidFill>
                  <a:srgbClr val="263248"/>
                </a:solidFill>
                <a:latin typeface="Malgun Gothic"/>
                <a:ea typeface="Malgun Gothic"/>
              </a:rPr>
              <a:t>✓ 경로 비교 지도</a:t>
            </a:r>
          </a:p>
          <a:p>
            <a:pPr algn="ctr"/>
            <a:r>
              <a:rPr sz="700">
                <a:solidFill>
                  <a:srgbClr val="263248"/>
                </a:solidFill>
                <a:latin typeface="Malgun Gothic"/>
                <a:ea typeface="Malgun Gothic"/>
              </a:rPr>
              <a:t>✓ 시연 시나리오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5534778" y="2779190"/>
            <a:ext cx="929886" cy="413186"/>
          </a:xfrm>
          <a:prstGeom prst="roundRect">
            <a:avLst>
              <a:gd name="adj" fmla="val 12000"/>
            </a:avLst>
          </a:prstGeom>
          <a:solidFill>
            <a:srgbClr val="E9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700">
                <a:solidFill>
                  <a:srgbClr val="263248"/>
                </a:solidFill>
                <a:latin typeface="Malgun Gothic"/>
                <a:ea typeface="Malgun Gothic"/>
              </a:rPr>
              <a:t>'우리 차?' 표시</a:t>
            </a:r>
          </a:p>
          <a:p>
            <a:pPr algn="ctr"/>
            <a:r>
              <a:rPr sz="700">
                <a:solidFill>
                  <a:srgbClr val="263248"/>
                </a:solidFill>
                <a:latin typeface="Malgun Gothic"/>
                <a:ea typeface="Malgun Gothic"/>
              </a:rPr>
              <a:t>기록 탭 자동 기록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6519528" y="2779190"/>
            <a:ext cx="929886" cy="413186"/>
          </a:xfrm>
          <a:prstGeom prst="roundRect">
            <a:avLst>
              <a:gd name="adj" fmla="val 12000"/>
            </a:avLst>
          </a:prstGeom>
          <a:solidFill>
            <a:srgbClr val="E9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700">
                <a:solidFill>
                  <a:srgbClr val="263248"/>
                </a:solidFill>
                <a:latin typeface="Malgun Gothic"/>
                <a:ea typeface="Malgun Gothic"/>
              </a:rPr>
              <a:t>사용성 테스트 10명</a:t>
            </a:r>
          </a:p>
          <a:p>
            <a:pPr algn="ctr"/>
            <a:r>
              <a:rPr sz="700">
                <a:solidFill>
                  <a:srgbClr val="263248"/>
                </a:solidFill>
                <a:latin typeface="Malgun Gothic"/>
                <a:ea typeface="Malgun Gothic"/>
              </a:rPr>
              <a:t>사용성 점수 70점+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2580528" y="3247240"/>
            <a:ext cx="929886" cy="448136"/>
          </a:xfrm>
          <a:prstGeom prst="roundRect">
            <a:avLst>
              <a:gd name="adj" fmla="val 12000"/>
            </a:avLst>
          </a:prstGeom>
          <a:solidFill>
            <a:srgbClr val="E9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700">
                <a:solidFill>
                  <a:srgbClr val="263248"/>
                </a:solidFill>
                <a:latin typeface="Malgun Gothic"/>
                <a:ea typeface="Malgun Gothic"/>
              </a:rPr>
              <a:t>✓ 선택 로그인</a:t>
            </a:r>
          </a:p>
          <a:p>
            <a:pPr algn="ctr"/>
            <a:r>
              <a:rPr sz="700">
                <a:solidFill>
                  <a:srgbClr val="263248"/>
                </a:solidFill>
                <a:latin typeface="Malgun Gothic"/>
                <a:ea typeface="Malgun Gothic"/>
              </a:rPr>
              <a:t>✓ CCTV 재생</a:t>
            </a:r>
          </a:p>
          <a:p>
            <a:pPr algn="ctr"/>
            <a:r>
              <a:rPr sz="700">
                <a:solidFill>
                  <a:srgbClr val="263248"/>
                </a:solidFill>
                <a:latin typeface="Malgun Gothic"/>
                <a:ea typeface="Malgun Gothic"/>
              </a:rPr>
              <a:t>✓ 돌발·카카오 지도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3565278" y="3247240"/>
            <a:ext cx="929886" cy="448136"/>
          </a:xfrm>
          <a:prstGeom prst="roundRect">
            <a:avLst>
              <a:gd name="adj" fmla="val 12000"/>
            </a:avLst>
          </a:prstGeom>
          <a:solidFill>
            <a:srgbClr val="E9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700">
                <a:solidFill>
                  <a:srgbClr val="263248"/>
                </a:solidFill>
                <a:latin typeface="Malgun Gothic"/>
                <a:ea typeface="Malgun Gothic"/>
              </a:rPr>
              <a:t>✓ 앞길 한 줄 요약</a:t>
            </a:r>
          </a:p>
          <a:p>
            <a:pPr algn="ctr"/>
            <a:r>
              <a:rPr sz="700">
                <a:solidFill>
                  <a:srgbClr val="263248"/>
                </a:solidFill>
                <a:latin typeface="Malgun Gothic"/>
                <a:ea typeface="Malgun Gothic"/>
              </a:rPr>
              <a:t>✓ 목적지 경로 비교</a:t>
            </a:r>
          </a:p>
          <a:p>
            <a:pPr algn="ctr"/>
            <a:r>
              <a:rPr sz="700">
                <a:solidFill>
                  <a:srgbClr val="263248"/>
                </a:solidFill>
                <a:latin typeface="Malgun Gothic"/>
                <a:ea typeface="Malgun Gothic"/>
              </a:rPr>
              <a:t>✓ 통과 시간 표시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4550028" y="3247240"/>
            <a:ext cx="929886" cy="448136"/>
          </a:xfrm>
          <a:prstGeom prst="roundRect">
            <a:avLst>
              <a:gd name="adj" fmla="val 12000"/>
            </a:avLst>
          </a:prstGeom>
          <a:solidFill>
            <a:srgbClr val="E9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700">
                <a:solidFill>
                  <a:srgbClr val="263248"/>
                </a:solidFill>
                <a:latin typeface="Malgun Gothic"/>
                <a:ea typeface="Malgun Gothic"/>
              </a:rPr>
              <a:t>✓ React Native</a:t>
            </a:r>
          </a:p>
          <a:p>
            <a:pPr algn="ctr"/>
            <a:r>
              <a:rPr sz="700">
                <a:solidFill>
                  <a:srgbClr val="263248"/>
                </a:solidFill>
                <a:latin typeface="Malgun Gothic"/>
                <a:ea typeface="Malgun Gothic"/>
              </a:rPr>
              <a:t>앱 프로젝트 추가</a:t>
            </a:r>
          </a:p>
          <a:p>
            <a:pPr algn="ctr"/>
            <a:r>
              <a:rPr sz="700">
                <a:solidFill>
                  <a:srgbClr val="263248"/>
                </a:solidFill>
                <a:latin typeface="Malgun Gothic"/>
                <a:ea typeface="Malgun Gothic"/>
              </a:rPr>
              <a:t>안드로이드 폰 실행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5534778" y="3247240"/>
            <a:ext cx="929886" cy="448136"/>
          </a:xfrm>
          <a:prstGeom prst="roundRect">
            <a:avLst>
              <a:gd name="adj" fmla="val 12000"/>
            </a:avLst>
          </a:prstGeom>
          <a:solidFill>
            <a:srgbClr val="E9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700">
                <a:solidFill>
                  <a:srgbClr val="263248"/>
                </a:solidFill>
                <a:latin typeface="Malgun Gothic"/>
                <a:ea typeface="Malgun Gothic"/>
              </a:rPr>
              <a:t>안드로이드 앱 완성</a:t>
            </a:r>
          </a:p>
          <a:p>
            <a:pPr algn="ctr"/>
            <a:r>
              <a:rPr sz="700">
                <a:solidFill>
                  <a:srgbClr val="263248"/>
                </a:solidFill>
                <a:latin typeface="Malgun Gothic"/>
                <a:ea typeface="Malgun Gothic"/>
              </a:rPr>
              <a:t>우리 차 찾기</a:t>
            </a:r>
          </a:p>
          <a:p>
            <a:pPr algn="ctr"/>
            <a:r>
              <a:rPr sz="700">
                <a:solidFill>
                  <a:srgbClr val="263248"/>
                </a:solidFill>
                <a:latin typeface="Malgun Gothic"/>
                <a:ea typeface="Malgun Gothic"/>
              </a:rPr>
              <a:t>앞길 자동 기록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6519528" y="3247240"/>
            <a:ext cx="929886" cy="448136"/>
          </a:xfrm>
          <a:prstGeom prst="roundRect">
            <a:avLst>
              <a:gd name="adj" fmla="val 12000"/>
            </a:avLst>
          </a:prstGeom>
          <a:solidFill>
            <a:srgbClr val="E9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700">
                <a:solidFill>
                  <a:srgbClr val="263248"/>
                </a:solidFill>
                <a:latin typeface="Malgun Gothic"/>
                <a:ea typeface="Malgun Gothic"/>
              </a:rPr>
              <a:t>재생 실패 폴백</a:t>
            </a:r>
          </a:p>
          <a:p>
            <a:pPr algn="ctr"/>
            <a:r>
              <a:rPr sz="700">
                <a:solidFill>
                  <a:srgbClr val="263248"/>
                </a:solidFill>
                <a:latin typeface="Malgun Gothic"/>
                <a:ea typeface="Malgun Gothic"/>
              </a:rPr>
              <a:t>데이터·배터리 점검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2580528" y="3750240"/>
            <a:ext cx="929886" cy="353936"/>
          </a:xfrm>
          <a:prstGeom prst="roundRect">
            <a:avLst>
              <a:gd name="adj" fmla="val 12000"/>
            </a:avLst>
          </a:prstGeom>
          <a:solidFill>
            <a:srgbClr val="E9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700">
                <a:solidFill>
                  <a:srgbClr val="263248"/>
                </a:solidFill>
                <a:latin typeface="Malgun Gothic"/>
                <a:ea typeface="Malgun Gothic"/>
              </a:rPr>
              <a:t>✓ Firebase 로그인</a:t>
            </a:r>
          </a:p>
          <a:p>
            <a:pPr algn="ctr"/>
            <a:r>
              <a:rPr sz="700">
                <a:solidFill>
                  <a:srgbClr val="263248"/>
                </a:solidFill>
                <a:latin typeface="Malgun Gothic"/>
                <a:ea typeface="Malgun Gothic"/>
              </a:rPr>
              <a:t>✓ ITS 프록시(로컬)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3565278" y="3750240"/>
            <a:ext cx="929886" cy="353936"/>
          </a:xfrm>
          <a:prstGeom prst="roundRect">
            <a:avLst>
              <a:gd name="adj" fmla="val 12000"/>
            </a:avLst>
          </a:prstGeom>
          <a:solidFill>
            <a:srgbClr val="E9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700">
                <a:solidFill>
                  <a:srgbClr val="263248"/>
                </a:solidFill>
                <a:latin typeface="Malgun Gothic"/>
                <a:ea typeface="Malgun Gothic"/>
              </a:rPr>
              <a:t>✓ 전국 CCTV 목록</a:t>
            </a:r>
          </a:p>
          <a:p>
            <a:pPr algn="ctr"/>
            <a:r>
              <a:rPr sz="700">
                <a:solidFill>
                  <a:srgbClr val="263248"/>
                </a:solidFill>
                <a:latin typeface="Malgun Gothic"/>
                <a:ea typeface="Malgun Gothic"/>
              </a:rPr>
              <a:t>✓ UTIC 연동 뼈대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4550028" y="3750240"/>
            <a:ext cx="929886" cy="353936"/>
          </a:xfrm>
          <a:prstGeom prst="roundRect">
            <a:avLst>
              <a:gd name="adj" fmla="val 12000"/>
            </a:avLst>
          </a:prstGeom>
          <a:solidFill>
            <a:srgbClr val="E9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700">
                <a:solidFill>
                  <a:srgbClr val="263248"/>
                </a:solidFill>
                <a:latin typeface="Malgun Gothic"/>
                <a:ea typeface="Malgun Gothic"/>
              </a:rPr>
              <a:t>✓ UTIC 목록 캐시</a:t>
            </a:r>
          </a:p>
          <a:p>
            <a:pPr algn="ctr"/>
            <a:r>
              <a:rPr sz="700">
                <a:solidFill>
                  <a:srgbClr val="263248"/>
                </a:solidFill>
                <a:latin typeface="Malgun Gothic"/>
                <a:ea typeface="Malgun Gothic"/>
              </a:rPr>
              <a:t>국내 IP 서버 이전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5534778" y="3750240"/>
            <a:ext cx="929886" cy="353936"/>
          </a:xfrm>
          <a:prstGeom prst="roundRect">
            <a:avLst>
              <a:gd name="adj" fmla="val 12000"/>
            </a:avLst>
          </a:prstGeom>
          <a:solidFill>
            <a:srgbClr val="E9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700">
                <a:solidFill>
                  <a:srgbClr val="263248"/>
                </a:solidFill>
                <a:latin typeface="Malgun Gothic"/>
                <a:ea typeface="Malgun Gothic"/>
              </a:rPr>
              <a:t>UTIC 서버 IP 등록</a:t>
            </a:r>
          </a:p>
          <a:p>
            <a:pPr algn="ctr"/>
            <a:r>
              <a:rPr sz="700">
                <a:solidFill>
                  <a:srgbClr val="263248"/>
                </a:solidFill>
                <a:latin typeface="Malgun Gothic"/>
                <a:ea typeface="Malgun Gothic"/>
              </a:rPr>
              <a:t>데이터 저장·재사용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6519528" y="3750240"/>
            <a:ext cx="929886" cy="353936"/>
          </a:xfrm>
          <a:prstGeom prst="roundRect">
            <a:avLst>
              <a:gd name="adj" fmla="val 12000"/>
            </a:avLst>
          </a:prstGeom>
          <a:solidFill>
            <a:srgbClr val="E9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700">
                <a:solidFill>
                  <a:srgbClr val="263248"/>
                </a:solidFill>
                <a:latin typeface="Malgun Gothic"/>
                <a:ea typeface="Malgun Gothic"/>
              </a:rPr>
              <a:t>호출 제한 대응</a:t>
            </a:r>
          </a:p>
          <a:p>
            <a:pPr algn="ctr"/>
            <a:r>
              <a:rPr sz="700">
                <a:solidFill>
                  <a:srgbClr val="263248"/>
                </a:solidFill>
                <a:latin typeface="Malgun Gothic"/>
                <a:ea typeface="Malgun Gothic"/>
              </a:rPr>
              <a:t>장애 시 캐시 응답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2088153" y="4159040"/>
            <a:ext cx="437511" cy="266661"/>
          </a:xfrm>
          <a:prstGeom prst="roundRect">
            <a:avLst>
              <a:gd name="adj" fmla="val 12000"/>
            </a:avLst>
          </a:prstGeom>
          <a:solidFill>
            <a:srgbClr val="E9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0" bIns="0"/>
          <a:lstStyle/>
          <a:p>
            <a:pPr algn="ctr"/>
            <a:r>
              <a:rPr sz="700">
                <a:solidFill>
                  <a:srgbClr val="263248"/>
                </a:solidFill>
                <a:latin typeface="Malgun Gothic"/>
                <a:ea typeface="Malgun Gothic"/>
              </a:rPr>
              <a:t>인증키</a:t>
            </a:r>
          </a:p>
          <a:p>
            <a:pPr algn="ctr"/>
            <a:r>
              <a:rPr sz="700">
                <a:solidFill>
                  <a:srgbClr val="263248"/>
                </a:solidFill>
                <a:latin typeface="Malgun Gothic"/>
                <a:ea typeface="Malgun Gothic"/>
              </a:rPr>
              <a:t>발급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2580528" y="4159040"/>
            <a:ext cx="929886" cy="266661"/>
          </a:xfrm>
          <a:prstGeom prst="roundRect">
            <a:avLst>
              <a:gd name="adj" fmla="val 12000"/>
            </a:avLst>
          </a:prstGeom>
          <a:solidFill>
            <a:srgbClr val="E9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700">
                <a:solidFill>
                  <a:srgbClr val="263248"/>
                </a:solidFill>
                <a:latin typeface="Malgun Gothic"/>
                <a:ea typeface="Malgun Gothic"/>
              </a:rPr>
              <a:t>✓ ITS CCTV·돌발</a:t>
            </a:r>
          </a:p>
          <a:p>
            <a:pPr algn="ctr"/>
            <a:r>
              <a:rPr sz="700">
                <a:solidFill>
                  <a:srgbClr val="263248"/>
                </a:solidFill>
                <a:latin typeface="Malgun Gothic"/>
                <a:ea typeface="Malgun Gothic"/>
              </a:rPr>
              <a:t>✓ 카카오 길찾기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3565278" y="4159040"/>
            <a:ext cx="929886" cy="266661"/>
          </a:xfrm>
          <a:prstGeom prst="roundRect">
            <a:avLst>
              <a:gd name="adj" fmla="val 12000"/>
            </a:avLst>
          </a:prstGeom>
          <a:solidFill>
            <a:srgbClr val="E9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700">
                <a:solidFill>
                  <a:srgbClr val="263248"/>
                </a:solidFill>
                <a:latin typeface="Malgun Gothic"/>
                <a:ea typeface="Malgun Gothic"/>
              </a:rPr>
              <a:t>✓ 표준노드링크</a:t>
            </a:r>
          </a:p>
          <a:p>
            <a:pPr algn="ctr"/>
            <a:r>
              <a:rPr sz="700">
                <a:solidFill>
                  <a:srgbClr val="263248"/>
                </a:solidFill>
                <a:latin typeface="Malgun Gothic"/>
                <a:ea typeface="Malgun Gothic"/>
              </a:rPr>
              <a:t>✓ UTIC (서울)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4550028" y="4159040"/>
            <a:ext cx="929886" cy="266661"/>
          </a:xfrm>
          <a:prstGeom prst="roundRect">
            <a:avLst>
              <a:gd name="adj" fmla="val 12000"/>
            </a:avLst>
          </a:prstGeom>
          <a:solidFill>
            <a:srgbClr val="E9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700">
                <a:solidFill>
                  <a:srgbClr val="263248"/>
                </a:solidFill>
                <a:latin typeface="Malgun Gothic"/>
                <a:ea typeface="Malgun Gothic"/>
              </a:rPr>
              <a:t>ITS 연결 시험</a:t>
            </a:r>
          </a:p>
          <a:p>
            <a:pPr algn="ctr"/>
            <a:r>
              <a:rPr sz="700">
                <a:solidFill>
                  <a:srgbClr val="263248"/>
                </a:solidFill>
                <a:latin typeface="Malgun Gothic"/>
                <a:ea typeface="Malgun Gothic"/>
              </a:rPr>
              <a:t>UTIC IP 추가 등록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5534778" y="4159040"/>
            <a:ext cx="929886" cy="266661"/>
          </a:xfrm>
          <a:prstGeom prst="roundRect">
            <a:avLst>
              <a:gd name="adj" fmla="val 12000"/>
            </a:avLst>
          </a:prstGeom>
          <a:solidFill>
            <a:srgbClr val="E9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700">
                <a:solidFill>
                  <a:srgbClr val="263248"/>
                </a:solidFill>
                <a:latin typeface="Malgun Gothic"/>
                <a:ea typeface="Malgun Gothic"/>
              </a:rPr>
              <a:t>MediaPipe 차 검출</a:t>
            </a:r>
          </a:p>
          <a:p>
            <a:pPr algn="ctr"/>
            <a:r>
              <a:rPr sz="700">
                <a:solidFill>
                  <a:srgbClr val="263248"/>
                </a:solidFill>
                <a:latin typeface="Malgun Gothic"/>
                <a:ea typeface="Malgun Gothic"/>
              </a:rPr>
              <a:t>(휴대폰 안에서 실행)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6519528" y="4159040"/>
            <a:ext cx="929886" cy="266661"/>
          </a:xfrm>
          <a:prstGeom prst="roundRect">
            <a:avLst>
              <a:gd name="adj" fmla="val 12000"/>
            </a:avLst>
          </a:prstGeom>
          <a:solidFill>
            <a:srgbClr val="E9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700">
                <a:solidFill>
                  <a:srgbClr val="263248"/>
                </a:solidFill>
                <a:latin typeface="Malgun Gothic"/>
                <a:ea typeface="Malgun Gothic"/>
              </a:rPr>
              <a:t>API 장애 시나리오</a:t>
            </a:r>
          </a:p>
          <a:p>
            <a:pPr algn="ctr"/>
            <a:r>
              <a:rPr sz="700">
                <a:solidFill>
                  <a:srgbClr val="263248"/>
                </a:solidFill>
                <a:latin typeface="Malgun Gothic"/>
                <a:ea typeface="Malgun Gothic"/>
              </a:rPr>
              <a:t>폴백 검증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2088153" y="4480565"/>
            <a:ext cx="437511" cy="176761"/>
          </a:xfrm>
          <a:prstGeom prst="roundRect">
            <a:avLst>
              <a:gd name="adj" fmla="val 12000"/>
            </a:avLst>
          </a:prstGeom>
          <a:solidFill>
            <a:srgbClr val="E9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0" bIns="0"/>
          <a:lstStyle/>
          <a:p>
            <a:pPr algn="ctr"/>
            <a:r>
              <a:rPr sz="700">
                <a:solidFill>
                  <a:srgbClr val="263248"/>
                </a:solidFill>
                <a:latin typeface="Malgun Gothic"/>
                <a:ea typeface="Malgun Gothic"/>
              </a:rPr>
              <a:t>차터·PRD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2580528" y="4480565"/>
            <a:ext cx="929886" cy="176761"/>
          </a:xfrm>
          <a:prstGeom prst="roundRect">
            <a:avLst>
              <a:gd name="adj" fmla="val 12000"/>
            </a:avLst>
          </a:prstGeom>
          <a:solidFill>
            <a:srgbClr val="E9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700">
                <a:solidFill>
                  <a:srgbClr val="263248"/>
                </a:solidFill>
                <a:latin typeface="Malgun Gothic"/>
                <a:ea typeface="Malgun Gothic"/>
              </a:rPr>
              <a:t>✓ 요구·화면 설계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3565278" y="4480565"/>
            <a:ext cx="929886" cy="176761"/>
          </a:xfrm>
          <a:prstGeom prst="roundRect">
            <a:avLst>
              <a:gd name="adj" fmla="val 12000"/>
            </a:avLst>
          </a:prstGeom>
          <a:solidFill>
            <a:srgbClr val="E9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700">
                <a:solidFill>
                  <a:srgbClr val="263248"/>
                </a:solidFill>
                <a:latin typeface="Malgun Gothic"/>
                <a:ea typeface="Malgun Gothic"/>
              </a:rPr>
              <a:t>✓ 프록시·API 명세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4550028" y="4480565"/>
            <a:ext cx="929886" cy="176761"/>
          </a:xfrm>
          <a:prstGeom prst="roundRect">
            <a:avLst>
              <a:gd name="adj" fmla="val 12000"/>
            </a:avLst>
          </a:prstGeom>
          <a:solidFill>
            <a:srgbClr val="E9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700">
                <a:solidFill>
                  <a:srgbClr val="263248"/>
                </a:solidFill>
                <a:latin typeface="Malgun Gothic"/>
                <a:ea typeface="Malgun Gothic"/>
              </a:rPr>
              <a:t>✓ 발표·시연 영상</a:t>
            </a:r>
          </a:p>
        </p:txBody>
      </p:sp>
      <p:sp>
        <p:nvSpPr>
          <p:cNvPr id="158" name="Rounded Rectangle 157"/>
          <p:cNvSpPr/>
          <p:nvPr/>
        </p:nvSpPr>
        <p:spPr>
          <a:xfrm>
            <a:off x="5534778" y="4480565"/>
            <a:ext cx="929886" cy="176761"/>
          </a:xfrm>
          <a:prstGeom prst="roundRect">
            <a:avLst>
              <a:gd name="adj" fmla="val 12000"/>
            </a:avLst>
          </a:prstGeom>
          <a:solidFill>
            <a:srgbClr val="E9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700">
                <a:solidFill>
                  <a:srgbClr val="263248"/>
                </a:solidFill>
                <a:latin typeface="Malgun Gothic"/>
                <a:ea typeface="Malgun Gothic"/>
              </a:rPr>
              <a:t>안드로이드 앱 (베타)</a:t>
            </a:r>
          </a:p>
        </p:txBody>
      </p:sp>
      <p:sp>
        <p:nvSpPr>
          <p:cNvPr id="159" name="Rounded Rectangle 158"/>
          <p:cNvSpPr/>
          <p:nvPr/>
        </p:nvSpPr>
        <p:spPr>
          <a:xfrm>
            <a:off x="6519528" y="4480565"/>
            <a:ext cx="929886" cy="176761"/>
          </a:xfrm>
          <a:prstGeom prst="roundRect">
            <a:avLst>
              <a:gd name="adj" fmla="val 12000"/>
            </a:avLst>
          </a:prstGeom>
          <a:solidFill>
            <a:srgbClr val="E9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700">
                <a:solidFill>
                  <a:srgbClr val="263248"/>
                </a:solidFill>
                <a:latin typeface="Malgun Gothic"/>
                <a:ea typeface="Malgun Gothic"/>
              </a:rPr>
              <a:t>테스트 결과 보고서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7504278" y="4480565"/>
            <a:ext cx="929886" cy="176761"/>
          </a:xfrm>
          <a:prstGeom prst="roundRect">
            <a:avLst>
              <a:gd name="adj" fmla="val 12000"/>
            </a:avLst>
          </a:prstGeom>
          <a:solidFill>
            <a:srgbClr val="E9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700">
                <a:solidFill>
                  <a:srgbClr val="263248"/>
                </a:solidFill>
                <a:latin typeface="Malgun Gothic"/>
                <a:ea typeface="Malgun Gothic"/>
              </a:rPr>
              <a:t>최종 발표·결과 보고</a:t>
            </a:r>
          </a:p>
        </p:txBody>
      </p:sp>
      <p:sp>
        <p:nvSpPr>
          <p:cNvPr id="99" name="Legend"/>
          <p:cNvSpPr txBox="1"/>
          <p:nvPr/>
        </p:nvSpPr>
        <p:spPr>
          <a:xfrm>
            <a:off x="5800000" y="4701503"/>
            <a:ext cx="3100000" cy="138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720"/>
              <a:buFont typeface="Arial"/>
              <a:buNone/>
            </a:pPr>
            <a:r>
              <a:rPr b="1" i="0" lang="ko-KR" sz="90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✓ = 완료 (10/26 기준) · 완료 48 · 진행 27 · 계획 5</a:t>
            </a:r>
            <a:endParaRPr b="1" i="0" sz="900" u="none" cap="none" strike="noStrike">
              <a:solidFill>
                <a:srgbClr val="262626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테마">
  <a:themeElements>
    <a:clrScheme name="사용자 지정 48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53F95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2018-10-29T04:36:51Z</dcterms:created>
  <dc:creator>Windows 사용자</dc:creator>
</cp:coreProperties>
</file>